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handoutMasterIdLst>
    <p:handoutMasterId r:id="rId48"/>
  </p:handoutMasterIdLst>
  <p:sldIdLst>
    <p:sldId id="256" r:id="rId2"/>
    <p:sldId id="349" r:id="rId3"/>
    <p:sldId id="565" r:id="rId4"/>
    <p:sldId id="470" r:id="rId5"/>
    <p:sldId id="525" r:id="rId6"/>
    <p:sldId id="566" r:id="rId7"/>
    <p:sldId id="535" r:id="rId8"/>
    <p:sldId id="569" r:id="rId9"/>
    <p:sldId id="536" r:id="rId10"/>
    <p:sldId id="570" r:id="rId11"/>
    <p:sldId id="571" r:id="rId12"/>
    <p:sldId id="572" r:id="rId13"/>
    <p:sldId id="573" r:id="rId14"/>
    <p:sldId id="574" r:id="rId15"/>
    <p:sldId id="575" r:id="rId16"/>
    <p:sldId id="576" r:id="rId17"/>
    <p:sldId id="577" r:id="rId18"/>
    <p:sldId id="594" r:id="rId19"/>
    <p:sldId id="595" r:id="rId20"/>
    <p:sldId id="541" r:id="rId21"/>
    <p:sldId id="578" r:id="rId22"/>
    <p:sldId id="597" r:id="rId23"/>
    <p:sldId id="598" r:id="rId24"/>
    <p:sldId id="599" r:id="rId25"/>
    <p:sldId id="600" r:id="rId26"/>
    <p:sldId id="601" r:id="rId27"/>
    <p:sldId id="567" r:id="rId28"/>
    <p:sldId id="579" r:id="rId29"/>
    <p:sldId id="580" r:id="rId30"/>
    <p:sldId id="581" r:id="rId31"/>
    <p:sldId id="583" r:id="rId32"/>
    <p:sldId id="568" r:id="rId33"/>
    <p:sldId id="584" r:id="rId34"/>
    <p:sldId id="585" r:id="rId35"/>
    <p:sldId id="586" r:id="rId36"/>
    <p:sldId id="587" r:id="rId37"/>
    <p:sldId id="588" r:id="rId38"/>
    <p:sldId id="589" r:id="rId39"/>
    <p:sldId id="590" r:id="rId40"/>
    <p:sldId id="591" r:id="rId41"/>
    <p:sldId id="592" r:id="rId42"/>
    <p:sldId id="593" r:id="rId43"/>
    <p:sldId id="516" r:id="rId44"/>
    <p:sldId id="517" r:id="rId45"/>
    <p:sldId id="518" r:id="rId46"/>
  </p:sldIdLst>
  <p:sldSz cx="9144000" cy="6858000" type="screen4x3"/>
  <p:notesSz cx="6858000" cy="9144000"/>
  <p:custDataLst>
    <p:tags r:id="rId49"/>
  </p:custDataLst>
  <p:defaultTextStyle>
    <a:defPPr>
      <a:defRPr lang="en-US"/>
    </a:defPPr>
    <a:lvl1pPr algn="ctr" rtl="0" eaLnBrk="0" fontAlgn="base" hangingPunct="0">
      <a:spcBef>
        <a:spcPct val="0"/>
      </a:spcBef>
      <a:spcAft>
        <a:spcPct val="0"/>
      </a:spcAft>
      <a:defRPr sz="2400" kern="1200">
        <a:solidFill>
          <a:schemeClr val="bg1"/>
        </a:solidFill>
        <a:latin typeface="Arial" charset="0"/>
        <a:ea typeface="+mn-ea"/>
        <a:cs typeface="+mn-cs"/>
      </a:defRPr>
    </a:lvl1pPr>
    <a:lvl2pPr marL="457200" algn="ctr" rtl="0" eaLnBrk="0" fontAlgn="base" hangingPunct="0">
      <a:spcBef>
        <a:spcPct val="0"/>
      </a:spcBef>
      <a:spcAft>
        <a:spcPct val="0"/>
      </a:spcAft>
      <a:defRPr sz="2400" kern="1200">
        <a:solidFill>
          <a:schemeClr val="bg1"/>
        </a:solidFill>
        <a:latin typeface="Arial" charset="0"/>
        <a:ea typeface="+mn-ea"/>
        <a:cs typeface="+mn-cs"/>
      </a:defRPr>
    </a:lvl2pPr>
    <a:lvl3pPr marL="914400" algn="ctr" rtl="0" eaLnBrk="0" fontAlgn="base" hangingPunct="0">
      <a:spcBef>
        <a:spcPct val="0"/>
      </a:spcBef>
      <a:spcAft>
        <a:spcPct val="0"/>
      </a:spcAft>
      <a:defRPr sz="2400" kern="1200">
        <a:solidFill>
          <a:schemeClr val="bg1"/>
        </a:solidFill>
        <a:latin typeface="Arial" charset="0"/>
        <a:ea typeface="+mn-ea"/>
        <a:cs typeface="+mn-cs"/>
      </a:defRPr>
    </a:lvl3pPr>
    <a:lvl4pPr marL="1371600" algn="ctr" rtl="0" eaLnBrk="0" fontAlgn="base" hangingPunct="0">
      <a:spcBef>
        <a:spcPct val="0"/>
      </a:spcBef>
      <a:spcAft>
        <a:spcPct val="0"/>
      </a:spcAft>
      <a:defRPr sz="2400" kern="1200">
        <a:solidFill>
          <a:schemeClr val="bg1"/>
        </a:solidFill>
        <a:latin typeface="Arial" charset="0"/>
        <a:ea typeface="+mn-ea"/>
        <a:cs typeface="+mn-cs"/>
      </a:defRPr>
    </a:lvl4pPr>
    <a:lvl5pPr marL="1828800" algn="ctr" rtl="0" eaLnBrk="0" fontAlgn="base" hangingPunct="0">
      <a:spcBef>
        <a:spcPct val="0"/>
      </a:spcBef>
      <a:spcAft>
        <a:spcPct val="0"/>
      </a:spcAft>
      <a:defRPr sz="2400" kern="1200">
        <a:solidFill>
          <a:schemeClr val="bg1"/>
        </a:solidFill>
        <a:latin typeface="Arial" charset="0"/>
        <a:ea typeface="+mn-ea"/>
        <a:cs typeface="+mn-cs"/>
      </a:defRPr>
    </a:lvl5pPr>
    <a:lvl6pPr marL="2286000" algn="l" defTabSz="914400" rtl="0" eaLnBrk="1" latinLnBrk="0" hangingPunct="1">
      <a:defRPr sz="2400" kern="1200">
        <a:solidFill>
          <a:schemeClr val="bg1"/>
        </a:solidFill>
        <a:latin typeface="Arial" charset="0"/>
        <a:ea typeface="+mn-ea"/>
        <a:cs typeface="+mn-cs"/>
      </a:defRPr>
    </a:lvl6pPr>
    <a:lvl7pPr marL="2743200" algn="l" defTabSz="914400" rtl="0" eaLnBrk="1" latinLnBrk="0" hangingPunct="1">
      <a:defRPr sz="2400" kern="1200">
        <a:solidFill>
          <a:schemeClr val="bg1"/>
        </a:solidFill>
        <a:latin typeface="Arial" charset="0"/>
        <a:ea typeface="+mn-ea"/>
        <a:cs typeface="+mn-cs"/>
      </a:defRPr>
    </a:lvl7pPr>
    <a:lvl8pPr marL="3200400" algn="l" defTabSz="914400" rtl="0" eaLnBrk="1" latinLnBrk="0" hangingPunct="1">
      <a:defRPr sz="2400" kern="1200">
        <a:solidFill>
          <a:schemeClr val="bg1"/>
        </a:solidFill>
        <a:latin typeface="Arial" charset="0"/>
        <a:ea typeface="+mn-ea"/>
        <a:cs typeface="+mn-cs"/>
      </a:defRPr>
    </a:lvl8pPr>
    <a:lvl9pPr marL="3657600" algn="l" defTabSz="914400" rtl="0" eaLnBrk="1" latinLnBrk="0" hangingPunct="1">
      <a:defRPr sz="2400"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00"/>
    <a:srgbClr val="63C4D7"/>
    <a:srgbClr val="FFCCCC"/>
    <a:srgbClr val="FF99CC"/>
    <a:srgbClr val="CC00FF"/>
    <a:srgbClr val="FF7C80"/>
    <a:srgbClr val="0033CC"/>
    <a:srgbClr val="0000F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26" autoAdjust="0"/>
    <p:restoredTop sz="89844" autoAdjust="0"/>
  </p:normalViewPr>
  <p:slideViewPr>
    <p:cSldViewPr>
      <p:cViewPr varScale="1">
        <p:scale>
          <a:sx n="76" d="100"/>
          <a:sy n="76" d="100"/>
        </p:scale>
        <p:origin x="1373" y="67"/>
      </p:cViewPr>
      <p:guideLst>
        <p:guide orient="horz" pos="2160"/>
        <p:guide pos="2880"/>
      </p:guideLst>
    </p:cSldViewPr>
  </p:slideViewPr>
  <p:outlineViewPr>
    <p:cViewPr>
      <p:scale>
        <a:sx n="33" d="100"/>
        <a:sy n="33" d="100"/>
      </p:scale>
      <p:origin x="0" y="7182"/>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2" d="100"/>
          <a:sy n="52" d="100"/>
        </p:scale>
        <p:origin x="-2880"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6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6691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n-US"/>
          </a:p>
        </p:txBody>
      </p:sp>
      <p:sp>
        <p:nvSpPr>
          <p:cNvPr id="16691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6691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9E2B97F0-33F1-4001-BBE2-6DA117D757A1}" type="slidenum">
              <a:rPr lang="en-US"/>
              <a:pPr>
                <a:defRPr/>
              </a:pPr>
              <a:t>‹#›</a:t>
            </a:fld>
            <a:endParaRPr lang="en-US"/>
          </a:p>
        </p:txBody>
      </p:sp>
    </p:spTree>
    <p:extLst>
      <p:ext uri="{BB962C8B-B14F-4D97-AF65-F5344CB8AC3E}">
        <p14:creationId xmlns:p14="http://schemas.microsoft.com/office/powerpoint/2010/main" val="1476888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33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33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defRPr>
            </a:lvl1pPr>
          </a:lstStyle>
          <a:p>
            <a:pPr>
              <a:defRPr/>
            </a:pPr>
            <a:endParaRPr lang="en-US"/>
          </a:p>
        </p:txBody>
      </p:sp>
      <p:sp>
        <p:nvSpPr>
          <p:cNvPr id="133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pPr>
              <a:defRPr/>
            </a:pPr>
            <a:fld id="{03222506-91B9-4608-A17B-3DCA2CD2D529}" type="slidenum">
              <a:rPr lang="en-US"/>
              <a:pPr>
                <a:defRPr/>
              </a:pPr>
              <a:t>‹#›</a:t>
            </a:fld>
            <a:endParaRPr lang="en-US"/>
          </a:p>
        </p:txBody>
      </p:sp>
    </p:spTree>
    <p:extLst>
      <p:ext uri="{BB962C8B-B14F-4D97-AF65-F5344CB8AC3E}">
        <p14:creationId xmlns:p14="http://schemas.microsoft.com/office/powerpoint/2010/main" val="40677649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a:spLocks noChangeArrowheads="1"/>
          </p:cNvSpPr>
          <p:nvPr/>
        </p:nvSpPr>
        <p:spPr bwMode="gray">
          <a:xfrm>
            <a:off x="8004175" y="0"/>
            <a:ext cx="1139825" cy="6858000"/>
          </a:xfrm>
          <a:prstGeom prst="rect">
            <a:avLst/>
          </a:prstGeom>
          <a:solidFill>
            <a:schemeClr val="bg2">
              <a:alpha val="39999"/>
            </a:schemeClr>
          </a:solidFill>
          <a:ln w="9525">
            <a:noFill/>
            <a:miter lim="800000"/>
            <a:headEnd/>
            <a:tailEnd/>
          </a:ln>
          <a:effectLst/>
        </p:spPr>
        <p:txBody>
          <a:bodyPr wrap="none" anchor="ctr"/>
          <a:lstStyle/>
          <a:p>
            <a:pPr>
              <a:defRPr/>
            </a:pPr>
            <a:endParaRPr lang="en-US"/>
          </a:p>
        </p:txBody>
      </p:sp>
      <p:sp>
        <p:nvSpPr>
          <p:cNvPr id="5" name="Rectangle 4"/>
          <p:cNvSpPr>
            <a:spLocks noChangeArrowheads="1"/>
          </p:cNvSpPr>
          <p:nvPr/>
        </p:nvSpPr>
        <p:spPr bwMode="white">
          <a:xfrm>
            <a:off x="0" y="4638675"/>
            <a:ext cx="9144000" cy="2219325"/>
          </a:xfrm>
          <a:prstGeom prst="rect">
            <a:avLst/>
          </a:prstGeom>
          <a:solidFill>
            <a:schemeClr val="folHlink">
              <a:alpha val="31000"/>
            </a:schemeClr>
          </a:solidFill>
          <a:ln w="9525">
            <a:noFill/>
            <a:miter lim="800000"/>
            <a:headEnd/>
            <a:tailEnd/>
          </a:ln>
          <a:effectLst/>
        </p:spPr>
        <p:txBody>
          <a:bodyPr wrap="none" anchor="ctr"/>
          <a:lstStyle/>
          <a:p>
            <a:pPr>
              <a:defRPr/>
            </a:pPr>
            <a:endParaRPr lang="en-US"/>
          </a:p>
        </p:txBody>
      </p:sp>
      <p:sp>
        <p:nvSpPr>
          <p:cNvPr id="6" name="Rectangle 5"/>
          <p:cNvSpPr>
            <a:spLocks noChangeArrowheads="1"/>
          </p:cNvSpPr>
          <p:nvPr/>
        </p:nvSpPr>
        <p:spPr bwMode="gray">
          <a:xfrm>
            <a:off x="0" y="2149475"/>
            <a:ext cx="9144000" cy="2498725"/>
          </a:xfrm>
          <a:prstGeom prst="rect">
            <a:avLst/>
          </a:prstGeom>
          <a:solidFill>
            <a:schemeClr val="tx1"/>
          </a:solidFill>
          <a:ln w="9525">
            <a:noFill/>
            <a:miter lim="800000"/>
            <a:headEnd/>
            <a:tailEnd/>
          </a:ln>
          <a:effectLst/>
        </p:spPr>
        <p:txBody>
          <a:bodyPr wrap="none" anchor="ctr"/>
          <a:lstStyle/>
          <a:p>
            <a:pPr>
              <a:defRPr/>
            </a:pPr>
            <a:endParaRPr lang="en-US"/>
          </a:p>
        </p:txBody>
      </p:sp>
      <p:sp>
        <p:nvSpPr>
          <p:cNvPr id="7" name="Freeform 6"/>
          <p:cNvSpPr>
            <a:spLocks/>
          </p:cNvSpPr>
          <p:nvPr/>
        </p:nvSpPr>
        <p:spPr bwMode="gray">
          <a:xfrm>
            <a:off x="-9525" y="2138363"/>
            <a:ext cx="8015288" cy="22717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chemeClr val="folHlink">
              <a:alpha val="73000"/>
            </a:schemeClr>
          </a:solidFill>
          <a:ln w="9525">
            <a:noFill/>
            <a:round/>
            <a:headEnd/>
            <a:tailEnd/>
          </a:ln>
          <a:effectLst/>
        </p:spPr>
        <p:txBody>
          <a:bodyPr/>
          <a:lstStyle/>
          <a:p>
            <a:pPr>
              <a:defRPr/>
            </a:pPr>
            <a:endParaRPr lang="en-US"/>
          </a:p>
        </p:txBody>
      </p:sp>
      <p:sp>
        <p:nvSpPr>
          <p:cNvPr id="8" name="AutoShape 21"/>
          <p:cNvSpPr>
            <a:spLocks noChangeArrowheads="1"/>
          </p:cNvSpPr>
          <p:nvPr/>
        </p:nvSpPr>
        <p:spPr bwMode="gray">
          <a:xfrm>
            <a:off x="7696200" y="59436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9" name="AutoShape 22"/>
          <p:cNvSpPr>
            <a:spLocks noChangeArrowheads="1"/>
          </p:cNvSpPr>
          <p:nvPr/>
        </p:nvSpPr>
        <p:spPr bwMode="gray">
          <a:xfrm>
            <a:off x="8229600" y="563880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10" name="AutoShape 23"/>
          <p:cNvSpPr>
            <a:spLocks noChangeArrowheads="1"/>
          </p:cNvSpPr>
          <p:nvPr/>
        </p:nvSpPr>
        <p:spPr bwMode="gray">
          <a:xfrm>
            <a:off x="8220075" y="6229350"/>
            <a:ext cx="609600" cy="533400"/>
          </a:xfrm>
          <a:prstGeom prst="hexagon">
            <a:avLst>
              <a:gd name="adj" fmla="val 28571"/>
              <a:gd name="vf" fmla="val 115470"/>
            </a:avLst>
          </a:prstGeom>
          <a:solidFill>
            <a:schemeClr val="tx2"/>
          </a:solidFill>
          <a:ln w="9525">
            <a:noFill/>
            <a:miter lim="800000"/>
            <a:headEnd/>
            <a:tailEnd/>
          </a:ln>
          <a:effectLst/>
        </p:spPr>
        <p:txBody>
          <a:bodyPr wrap="none" anchor="ctr"/>
          <a:lstStyle/>
          <a:p>
            <a:pPr>
              <a:defRPr/>
            </a:pPr>
            <a:endParaRPr lang="en-US"/>
          </a:p>
        </p:txBody>
      </p:sp>
      <p:sp>
        <p:nvSpPr>
          <p:cNvPr id="11" name="Text Box 14"/>
          <p:cNvSpPr txBox="1">
            <a:spLocks noChangeArrowheads="1"/>
          </p:cNvSpPr>
          <p:nvPr/>
        </p:nvSpPr>
        <p:spPr bwMode="auto">
          <a:xfrm>
            <a:off x="304800" y="228600"/>
            <a:ext cx="1447800" cy="519113"/>
          </a:xfrm>
          <a:prstGeom prst="rect">
            <a:avLst/>
          </a:prstGeom>
          <a:noFill/>
          <a:ln w="9525">
            <a:noFill/>
            <a:miter lim="800000"/>
            <a:headEnd/>
            <a:tailEnd/>
          </a:ln>
          <a:effectLst/>
        </p:spPr>
        <p:txBody>
          <a:bodyPr>
            <a:spAutoFit/>
          </a:bodyPr>
          <a:lstStyle/>
          <a:p>
            <a:pPr eaLnBrk="1" hangingPunct="1">
              <a:defRPr/>
            </a:pPr>
            <a:r>
              <a:rPr lang="en-US" sz="2800" b="1">
                <a:solidFill>
                  <a:schemeClr val="tx2"/>
                </a:solidFill>
                <a:latin typeface="Verdana" pitchFamily="34" charset="0"/>
              </a:rPr>
              <a:t>LOGO</a:t>
            </a:r>
          </a:p>
        </p:txBody>
      </p:sp>
      <p:grpSp>
        <p:nvGrpSpPr>
          <p:cNvPr id="12" name="Group 116"/>
          <p:cNvGrpSpPr>
            <a:grpSpLocks/>
          </p:cNvGrpSpPr>
          <p:nvPr/>
        </p:nvGrpSpPr>
        <p:grpSpPr bwMode="auto">
          <a:xfrm>
            <a:off x="190500" y="2324100"/>
            <a:ext cx="3276600" cy="3314700"/>
            <a:chOff x="120" y="1464"/>
            <a:chExt cx="2064" cy="2088"/>
          </a:xfrm>
        </p:grpSpPr>
        <p:sp>
          <p:nvSpPr>
            <p:cNvPr id="13" name="AutoShape 113" descr="gdd01"/>
            <p:cNvSpPr>
              <a:spLocks noChangeArrowheads="1"/>
            </p:cNvSpPr>
            <p:nvPr userDrawn="1"/>
          </p:nvSpPr>
          <p:spPr bwMode="gray">
            <a:xfrm>
              <a:off x="120" y="1992"/>
              <a:ext cx="1104" cy="1008"/>
            </a:xfrm>
            <a:prstGeom prst="hexagon">
              <a:avLst>
                <a:gd name="adj" fmla="val 27381"/>
                <a:gd name="vf" fmla="val 115470"/>
              </a:avLst>
            </a:prstGeom>
            <a:blipFill dpi="0" rotWithShape="1">
              <a:blip r:embed="rId2"/>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sp>
          <p:nvSpPr>
            <p:cNvPr id="14" name="AutoShape 114" descr="gdd04"/>
            <p:cNvSpPr>
              <a:spLocks noChangeArrowheads="1"/>
            </p:cNvSpPr>
            <p:nvPr userDrawn="1"/>
          </p:nvSpPr>
          <p:spPr bwMode="gray">
            <a:xfrm>
              <a:off x="1032" y="1464"/>
              <a:ext cx="1152" cy="1008"/>
            </a:xfrm>
            <a:prstGeom prst="hexagon">
              <a:avLst>
                <a:gd name="adj" fmla="val 28571"/>
                <a:gd name="vf" fmla="val 115470"/>
              </a:avLst>
            </a:prstGeom>
            <a:blipFill dpi="0" rotWithShape="1">
              <a:blip r:embed="rId3"/>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sp>
          <p:nvSpPr>
            <p:cNvPr id="15" name="AutoShape 115" descr="gdd03"/>
            <p:cNvSpPr>
              <a:spLocks noChangeArrowheads="1"/>
            </p:cNvSpPr>
            <p:nvPr userDrawn="1"/>
          </p:nvSpPr>
          <p:spPr bwMode="gray">
            <a:xfrm>
              <a:off x="1008" y="2544"/>
              <a:ext cx="1152" cy="1008"/>
            </a:xfrm>
            <a:prstGeom prst="hexagon">
              <a:avLst>
                <a:gd name="adj" fmla="val 28571"/>
                <a:gd name="vf" fmla="val 115470"/>
              </a:avLst>
            </a:prstGeom>
            <a:blipFill dpi="0" rotWithShape="1">
              <a:blip r:embed="rId4"/>
              <a:srcRect/>
              <a:stretch>
                <a:fillRect/>
              </a:stretch>
            </a:blipFill>
            <a:ln w="28575">
              <a:solidFill>
                <a:schemeClr val="bg1"/>
              </a:solidFill>
              <a:miter lim="800000"/>
              <a:headEnd/>
              <a:tailEnd/>
            </a:ln>
            <a:effectLst>
              <a:outerShdw dist="125080" dir="1437749" algn="ctr" rotWithShape="0">
                <a:schemeClr val="bg2">
                  <a:alpha val="32001"/>
                </a:schemeClr>
              </a:outerShdw>
            </a:effectLst>
          </p:spPr>
          <p:txBody>
            <a:bodyPr wrap="none" anchor="ctr"/>
            <a:lstStyle/>
            <a:p>
              <a:pPr>
                <a:defRPr/>
              </a:pPr>
              <a:endParaRPr lang="ko-KR" altLang="en-US" sz="1800">
                <a:solidFill>
                  <a:schemeClr val="tx1"/>
                </a:solidFill>
                <a:latin typeface="Times New Roman" pitchFamily="18" charset="0"/>
                <a:ea typeface="Gulim" pitchFamily="34" charset="-127"/>
              </a:endParaRPr>
            </a:p>
          </p:txBody>
        </p:sp>
      </p:grpSp>
      <p:sp>
        <p:nvSpPr>
          <p:cNvPr id="3074" name="Rectangle 2"/>
          <p:cNvSpPr>
            <a:spLocks noGrp="1" noChangeArrowheads="1"/>
          </p:cNvSpPr>
          <p:nvPr>
            <p:ph type="ctrTitle"/>
          </p:nvPr>
        </p:nvSpPr>
        <p:spPr bwMode="gray">
          <a:xfrm>
            <a:off x="1143000" y="990600"/>
            <a:ext cx="6705600" cy="1012825"/>
          </a:xfrm>
        </p:spPr>
        <p:txBody>
          <a:bodyPr/>
          <a:lstStyle>
            <a:lvl1pPr algn="ctr">
              <a:defRPr sz="3600" b="1">
                <a:solidFill>
                  <a:schemeClr val="tx2"/>
                </a:solidFill>
              </a:defRPr>
            </a:lvl1pPr>
          </a:lstStyle>
          <a:p>
            <a:r>
              <a:rPr lang="en-US"/>
              <a:t>Click to edit Master title style</a:t>
            </a:r>
          </a:p>
        </p:txBody>
      </p:sp>
      <p:sp>
        <p:nvSpPr>
          <p:cNvPr id="3075" name="Rectangle 3"/>
          <p:cNvSpPr>
            <a:spLocks noGrp="1" noChangeArrowheads="1"/>
          </p:cNvSpPr>
          <p:nvPr>
            <p:ph type="subTitle" idx="1"/>
          </p:nvPr>
        </p:nvSpPr>
        <p:spPr bwMode="white">
          <a:xfrm>
            <a:off x="3505200" y="2971800"/>
            <a:ext cx="4343400" cy="685800"/>
          </a:xfrm>
        </p:spPr>
        <p:txBody>
          <a:bodyPr/>
          <a:lstStyle>
            <a:lvl1pPr marL="0" indent="0" algn="r">
              <a:buFont typeface="Wingdings" pitchFamily="2" charset="2"/>
              <a:buNone/>
              <a:defRPr sz="1600">
                <a:solidFill>
                  <a:schemeClr val="bg1"/>
                </a:solidFill>
              </a:defRPr>
            </a:lvl1pPr>
          </a:lstStyle>
          <a:p>
            <a:r>
              <a:rPr lang="en-US"/>
              <a:t>Click to edit Master subtitle style</a:t>
            </a:r>
          </a:p>
        </p:txBody>
      </p:sp>
      <p:sp>
        <p:nvSpPr>
          <p:cNvPr id="16" name="Rectangle 4"/>
          <p:cNvSpPr>
            <a:spLocks noGrp="1" noChangeArrowheads="1"/>
          </p:cNvSpPr>
          <p:nvPr>
            <p:ph type="dt" sz="half" idx="10"/>
          </p:nvPr>
        </p:nvSpPr>
        <p:spPr>
          <a:xfrm>
            <a:off x="3352800" y="6553200"/>
            <a:ext cx="2133600" cy="152400"/>
          </a:xfrm>
        </p:spPr>
        <p:txBody>
          <a:bodyPr/>
          <a:lstStyle>
            <a:lvl1pPr algn="r">
              <a:defRPr sz="1000">
                <a:solidFill>
                  <a:schemeClr val="tx2"/>
                </a:solidFill>
                <a:latin typeface="+mn-lt"/>
              </a:defRPr>
            </a:lvl1pPr>
          </a:lstStyle>
          <a:p>
            <a:pPr>
              <a:defRPr/>
            </a:pPr>
            <a:r>
              <a:rPr lang="en-US"/>
              <a:t>Khoa CNTT - UNETI</a:t>
            </a:r>
          </a:p>
        </p:txBody>
      </p:sp>
      <p:sp>
        <p:nvSpPr>
          <p:cNvPr id="17" name="Rectangle 5"/>
          <p:cNvSpPr>
            <a:spLocks noGrp="1" noChangeArrowheads="1"/>
          </p:cNvSpPr>
          <p:nvPr>
            <p:ph type="ftr" sz="quarter" idx="11"/>
          </p:nvPr>
        </p:nvSpPr>
        <p:spPr>
          <a:xfrm>
            <a:off x="304800" y="6477000"/>
            <a:ext cx="2590800" cy="228600"/>
          </a:xfrm>
        </p:spPr>
        <p:txBody>
          <a:bodyPr/>
          <a:lstStyle>
            <a:lvl1pPr algn="ctr">
              <a:defRPr sz="1200">
                <a:solidFill>
                  <a:schemeClr val="tx2"/>
                </a:solidFill>
                <a:latin typeface="Arial" charset="0"/>
              </a:defRPr>
            </a:lvl1pPr>
          </a:lstStyle>
          <a:p>
            <a:pPr>
              <a:defRPr/>
            </a:pPr>
            <a:endParaRPr lang="en-US"/>
          </a:p>
        </p:txBody>
      </p:sp>
      <p:sp>
        <p:nvSpPr>
          <p:cNvPr id="18" name="Rectangle 6"/>
          <p:cNvSpPr>
            <a:spLocks noGrp="1" noChangeArrowheads="1"/>
          </p:cNvSpPr>
          <p:nvPr>
            <p:ph type="sldNum" sz="quarter" idx="12"/>
          </p:nvPr>
        </p:nvSpPr>
        <p:spPr>
          <a:xfrm>
            <a:off x="8210550" y="6467475"/>
            <a:ext cx="533400" cy="244475"/>
          </a:xfrm>
        </p:spPr>
        <p:txBody>
          <a:bodyPr/>
          <a:lstStyle>
            <a:lvl1pPr>
              <a:defRPr sz="1200">
                <a:latin typeface="Arial" charset="0"/>
              </a:defRPr>
            </a:lvl1pPr>
          </a:lstStyle>
          <a:p>
            <a:pPr>
              <a:defRPr/>
            </a:pPr>
            <a:fld id="{C6D4949A-6AB1-4FC2-9B68-AD4CBDC61541}"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6"/>
          <p:cNvSpPr>
            <a:spLocks noGrp="1" noChangeArrowheads="1"/>
          </p:cNvSpPr>
          <p:nvPr>
            <p:ph type="sldNum" sz="quarter" idx="12"/>
          </p:nvPr>
        </p:nvSpPr>
        <p:spPr>
          <a:ln/>
        </p:spPr>
        <p:txBody>
          <a:bodyPr/>
          <a:lstStyle>
            <a:lvl1pPr>
              <a:defRPr/>
            </a:lvl1pPr>
          </a:lstStyle>
          <a:p>
            <a:pPr>
              <a:defRPr/>
            </a:pPr>
            <a:fld id="{38F16FD5-974A-40BB-8233-36E86F2AA73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2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6"/>
          <p:cNvSpPr>
            <a:spLocks noGrp="1" noChangeArrowheads="1"/>
          </p:cNvSpPr>
          <p:nvPr>
            <p:ph type="sldNum" sz="quarter" idx="12"/>
          </p:nvPr>
        </p:nvSpPr>
        <p:spPr>
          <a:ln/>
        </p:spPr>
        <p:txBody>
          <a:bodyPr/>
          <a:lstStyle>
            <a:lvl1pPr>
              <a:defRPr sz="1400">
                <a:solidFill>
                  <a:srgbClr val="002060"/>
                </a:solidFill>
              </a:defRPr>
            </a:lvl1pPr>
          </a:lstStyle>
          <a:p>
            <a:pPr>
              <a:defRPr/>
            </a:pPr>
            <a:fld id="{38F16FD5-974A-40BB-8233-36E86F2AA732}" type="slidenum">
              <a:rPr lang="en-US" smtClean="0"/>
              <a:pPr>
                <a:defRPr/>
              </a:pPr>
              <a:t>‹#›</a:t>
            </a:fld>
            <a:endParaRPr lang="en-US"/>
          </a:p>
        </p:txBody>
      </p:sp>
    </p:spTree>
    <p:extLst>
      <p:ext uri="{BB962C8B-B14F-4D97-AF65-F5344CB8AC3E}">
        <p14:creationId xmlns:p14="http://schemas.microsoft.com/office/powerpoint/2010/main" val="2416010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FA5E583-F5BB-4A7C-968E-806973EDB114}"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6EADD87-5DE4-4FC8-9754-98A33C5556A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09FAD1ED-0F27-4714-8A61-3EA2C1E8813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CB3A908F-56BE-4858-AD2D-1A4CAAE951CC}"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1136BFC-504A-480F-875D-D2CFCCA5FFC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CC38E81-E6E1-4595-9BE0-D4ED4704EBC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76259F6-250F-48F2-A908-7B59FD9010F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513BACE-ADF4-4A55-8B8C-495A02FEA02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81000"/>
            <a:ext cx="60198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r>
              <a:rPr lang="en-US"/>
              <a:t>Khoa CNTT - UNETI</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5B9936B-AF50-4F83-B203-9D59168E1E35}"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sp>
        <p:nvSpPr>
          <p:cNvPr id="17" name="Shape 17"/>
          <p:cNvSpPr>
            <a:spLocks noGrp="1"/>
          </p:cNvSpPr>
          <p:nvPr>
            <p:ph type="sldNum" sz="quarter" idx="2"/>
          </p:nvPr>
        </p:nvSpPr>
        <p:spPr>
          <a:xfrm>
            <a:off x="8226244" y="6475414"/>
            <a:ext cx="245404" cy="226986"/>
          </a:xfrm>
          <a:prstGeom prst="rect">
            <a:avLst/>
          </a:prstGeom>
        </p:spPr>
        <p:txBody>
          <a:bodyPr/>
          <a:lstStyle/>
          <a:p>
            <a:fld id="{86CB4B4D-7CA3-9044-876B-883B54F8677D}" type="slidenum">
              <a:rPr/>
              <a:t>‹#›</a:t>
            </a:fld>
            <a:endParaRPr/>
          </a:p>
        </p:txBody>
      </p:sp>
      <p:sp>
        <p:nvSpPr>
          <p:cNvPr id="3" name="Text Placeholder 2"/>
          <p:cNvSpPr>
            <a:spLocks noGrp="1"/>
          </p:cNvSpPr>
          <p:nvPr>
            <p:ph type="body" sz="quarter" idx="10" hasCustomPrompt="1"/>
          </p:nvPr>
        </p:nvSpPr>
        <p:spPr>
          <a:xfrm>
            <a:off x="914399" y="6475414"/>
            <a:ext cx="3294530" cy="234668"/>
          </a:xfrm>
        </p:spPr>
        <p:txBody>
          <a:bodyPr/>
          <a:lstStyle>
            <a:lvl1pPr marL="0" indent="0">
              <a:buNone/>
              <a:defRPr sz="1400" baseline="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err="1"/>
              <a:t>Khoa</a:t>
            </a:r>
            <a:r>
              <a:rPr lang="en-US" dirty="0"/>
              <a:t> </a:t>
            </a:r>
            <a:r>
              <a:rPr lang="en-US" dirty="0" err="1"/>
              <a:t>Công</a:t>
            </a:r>
            <a:r>
              <a:rPr lang="en-US" dirty="0"/>
              <a:t> </a:t>
            </a:r>
            <a:r>
              <a:rPr lang="en-US" dirty="0" err="1"/>
              <a:t>nghệ</a:t>
            </a:r>
            <a:r>
              <a:rPr lang="en-US" dirty="0"/>
              <a:t> </a:t>
            </a:r>
            <a:r>
              <a:rPr lang="en-US" dirty="0" err="1"/>
              <a:t>thông</a:t>
            </a:r>
            <a:r>
              <a:rPr lang="en-US" dirty="0"/>
              <a:t> tin - </a:t>
            </a:r>
            <a:r>
              <a:rPr lang="en-US" dirty="0" err="1"/>
              <a:t>Uneti</a:t>
            </a:r>
            <a:endParaRPr lang="en-US" dirty="0"/>
          </a:p>
        </p:txBody>
      </p:sp>
    </p:spTree>
    <p:extLst>
      <p:ext uri="{BB962C8B-B14F-4D97-AF65-F5344CB8AC3E}">
        <p14:creationId xmlns:p14="http://schemas.microsoft.com/office/powerpoint/2010/main" val="253966929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Freeform 15"/>
          <p:cNvSpPr>
            <a:spLocks/>
          </p:cNvSpPr>
          <p:nvPr/>
        </p:nvSpPr>
        <p:spPr bwMode="gray">
          <a:xfrm>
            <a:off x="-9525" y="344488"/>
            <a:ext cx="8194675" cy="633412"/>
          </a:xfrm>
          <a:custGeom>
            <a:avLst/>
            <a:gdLst/>
            <a:ahLst/>
            <a:cxnLst>
              <a:cxn ang="0">
                <a:pos x="0" y="0"/>
              </a:cxn>
              <a:cxn ang="0">
                <a:pos x="5049" y="2"/>
              </a:cxn>
              <a:cxn ang="0">
                <a:pos x="5048" y="1458"/>
              </a:cxn>
              <a:cxn ang="0">
                <a:pos x="0" y="1471"/>
              </a:cxn>
              <a:cxn ang="0">
                <a:pos x="0" y="0"/>
              </a:cxn>
            </a:cxnLst>
            <a:rect l="0" t="0" r="r" b="b"/>
            <a:pathLst>
              <a:path w="5049" h="1471">
                <a:moveTo>
                  <a:pt x="0" y="0"/>
                </a:moveTo>
                <a:lnTo>
                  <a:pt x="5049" y="2"/>
                </a:lnTo>
                <a:lnTo>
                  <a:pt x="5048" y="1458"/>
                </a:lnTo>
                <a:lnTo>
                  <a:pt x="0" y="1471"/>
                </a:lnTo>
                <a:lnTo>
                  <a:pt x="0" y="0"/>
                </a:lnTo>
                <a:close/>
              </a:path>
            </a:pathLst>
          </a:custGeom>
          <a:solidFill>
            <a:schemeClr val="tx2"/>
          </a:solidFill>
          <a:ln w="9525">
            <a:noFill/>
            <a:round/>
            <a:headEnd/>
            <a:tailEnd/>
          </a:ln>
          <a:effectLst/>
        </p:spPr>
        <p:txBody>
          <a:bodyPr/>
          <a:lstStyle/>
          <a:p>
            <a:pPr>
              <a:defRPr/>
            </a:pPr>
            <a:endParaRPr lang="en-US"/>
          </a:p>
        </p:txBody>
      </p:sp>
      <p:grpSp>
        <p:nvGrpSpPr>
          <p:cNvPr id="1027" name="Group 16"/>
          <p:cNvGrpSpPr>
            <a:grpSpLocks/>
          </p:cNvGrpSpPr>
          <p:nvPr/>
        </p:nvGrpSpPr>
        <p:grpSpPr bwMode="auto">
          <a:xfrm>
            <a:off x="8153400" y="0"/>
            <a:ext cx="990600" cy="6858000"/>
            <a:chOff x="5040" y="0"/>
            <a:chExt cx="720" cy="4320"/>
          </a:xfrm>
        </p:grpSpPr>
        <p:sp>
          <p:nvSpPr>
            <p:cNvPr id="1041" name="Rectangle 17"/>
            <p:cNvSpPr>
              <a:spLocks noChangeArrowheads="1"/>
            </p:cNvSpPr>
            <p:nvPr/>
          </p:nvSpPr>
          <p:spPr bwMode="gray">
            <a:xfrm>
              <a:off x="5042" y="0"/>
              <a:ext cx="718" cy="4320"/>
            </a:xfrm>
            <a:prstGeom prst="rect">
              <a:avLst/>
            </a:prstGeom>
            <a:solidFill>
              <a:schemeClr val="folHlink">
                <a:alpha val="39999"/>
              </a:schemeClr>
            </a:solidFill>
            <a:ln w="9525">
              <a:noFill/>
              <a:miter lim="800000"/>
              <a:headEnd/>
              <a:tailEnd/>
            </a:ln>
            <a:effectLst/>
          </p:spPr>
          <p:txBody>
            <a:bodyPr wrap="none" anchor="ctr"/>
            <a:lstStyle/>
            <a:p>
              <a:pPr>
                <a:defRPr/>
              </a:pPr>
              <a:endParaRPr lang="en-US"/>
            </a:p>
          </p:txBody>
        </p:sp>
        <p:sp>
          <p:nvSpPr>
            <p:cNvPr id="1042" name="Rectangle 18"/>
            <p:cNvSpPr>
              <a:spLocks noChangeArrowheads="1"/>
            </p:cNvSpPr>
            <p:nvPr/>
          </p:nvSpPr>
          <p:spPr bwMode="gray">
            <a:xfrm>
              <a:off x="5040" y="219"/>
              <a:ext cx="720" cy="393"/>
            </a:xfrm>
            <a:prstGeom prst="rect">
              <a:avLst/>
            </a:prstGeom>
            <a:solidFill>
              <a:schemeClr val="tx1"/>
            </a:solidFill>
            <a:ln w="9525">
              <a:noFill/>
              <a:miter lim="800000"/>
              <a:headEnd/>
              <a:tailEnd/>
            </a:ln>
            <a:effectLst/>
          </p:spPr>
          <p:txBody>
            <a:bodyPr wrap="none" anchor="ctr"/>
            <a:lstStyle/>
            <a:p>
              <a:pPr>
                <a:defRPr/>
              </a:pPr>
              <a:endParaRPr lang="en-US"/>
            </a:p>
          </p:txBody>
        </p:sp>
      </p:grpSp>
      <p:sp>
        <p:nvSpPr>
          <p:cNvPr id="1043" name="AutoShape 19"/>
          <p:cNvSpPr>
            <a:spLocks noChangeArrowheads="1"/>
          </p:cNvSpPr>
          <p:nvPr/>
        </p:nvSpPr>
        <p:spPr bwMode="gray">
          <a:xfrm>
            <a:off x="7696200" y="594360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44" name="AutoShape 20"/>
          <p:cNvSpPr>
            <a:spLocks noChangeArrowheads="1"/>
          </p:cNvSpPr>
          <p:nvPr/>
        </p:nvSpPr>
        <p:spPr bwMode="gray">
          <a:xfrm>
            <a:off x="8229600" y="563880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45" name="AutoShape 21"/>
          <p:cNvSpPr>
            <a:spLocks noChangeArrowheads="1"/>
          </p:cNvSpPr>
          <p:nvPr/>
        </p:nvSpPr>
        <p:spPr bwMode="gray">
          <a:xfrm>
            <a:off x="8220075" y="6229350"/>
            <a:ext cx="609600" cy="533400"/>
          </a:xfrm>
          <a:prstGeom prst="hexagon">
            <a:avLst>
              <a:gd name="adj" fmla="val 28571"/>
              <a:gd name="vf" fmla="val 115470"/>
            </a:avLst>
          </a:prstGeom>
          <a:solidFill>
            <a:srgbClr val="5086C2">
              <a:alpha val="35001"/>
            </a:srgbClr>
          </a:solidFill>
          <a:ln w="9525">
            <a:noFill/>
            <a:miter lim="800000"/>
            <a:headEnd/>
            <a:tailEnd/>
          </a:ln>
          <a:effectLst/>
        </p:spPr>
        <p:txBody>
          <a:bodyPr wrap="none" anchor="ctr"/>
          <a:lstStyle/>
          <a:p>
            <a:pPr>
              <a:defRPr/>
            </a:pPr>
            <a:endParaRPr lang="en-US"/>
          </a:p>
        </p:txBody>
      </p:sp>
      <p:sp>
        <p:nvSpPr>
          <p:cNvPr id="1031" name="Rectangle 3"/>
          <p:cNvSpPr>
            <a:spLocks noGrp="1" noChangeArrowheads="1"/>
          </p:cNvSpPr>
          <p:nvPr>
            <p:ph type="body" idx="1"/>
          </p:nvPr>
        </p:nvSpPr>
        <p:spPr bwMode="auto">
          <a:xfrm>
            <a:off x="457200" y="1076325"/>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519863"/>
            <a:ext cx="2133600"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solidFill>
                  <a:schemeClr val="tx1"/>
                </a:solidFill>
              </a:defRPr>
            </a:lvl1pPr>
          </a:lstStyle>
          <a:p>
            <a:pPr>
              <a:defRPr/>
            </a:pPr>
            <a:r>
              <a:rPr lang="en-US"/>
              <a:t>Khoa CNTT - UNETI</a:t>
            </a:r>
          </a:p>
        </p:txBody>
      </p:sp>
      <p:sp>
        <p:nvSpPr>
          <p:cNvPr id="1029" name="Rectangle 5"/>
          <p:cNvSpPr>
            <a:spLocks noGrp="1" noChangeArrowheads="1"/>
          </p:cNvSpPr>
          <p:nvPr>
            <p:ph type="ftr" sz="quarter" idx="3"/>
          </p:nvPr>
        </p:nvSpPr>
        <p:spPr bwMode="auto">
          <a:xfrm>
            <a:off x="5181600" y="6477000"/>
            <a:ext cx="2895600" cy="233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solidFill>
                  <a:schemeClr val="tx1"/>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8286750" y="6386513"/>
            <a:ext cx="457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mn-lt"/>
              </a:defRPr>
            </a:lvl1pPr>
          </a:lstStyle>
          <a:p>
            <a:pPr>
              <a:defRPr/>
            </a:pPr>
            <a:fld id="{3DD6941D-3DCA-4DBC-80FB-7A196F783DA7}" type="slidenum">
              <a:rPr lang="en-US"/>
              <a:pPr>
                <a:defRPr/>
              </a:pPr>
              <a:t>‹#›</a:t>
            </a:fld>
            <a:endParaRPr lang="en-US"/>
          </a:p>
        </p:txBody>
      </p:sp>
      <p:grpSp>
        <p:nvGrpSpPr>
          <p:cNvPr id="1035" name="Group 22"/>
          <p:cNvGrpSpPr>
            <a:grpSpLocks/>
          </p:cNvGrpSpPr>
          <p:nvPr/>
        </p:nvGrpSpPr>
        <p:grpSpPr bwMode="auto">
          <a:xfrm>
            <a:off x="152400" y="228600"/>
            <a:ext cx="838200" cy="838200"/>
            <a:chOff x="18" y="144"/>
            <a:chExt cx="510" cy="480"/>
          </a:xfrm>
        </p:grpSpPr>
        <p:sp>
          <p:nvSpPr>
            <p:cNvPr id="1047" name="AutoShape 23"/>
            <p:cNvSpPr>
              <a:spLocks noChangeArrowheads="1"/>
            </p:cNvSpPr>
            <p:nvPr userDrawn="1"/>
          </p:nvSpPr>
          <p:spPr bwMode="gray">
            <a:xfrm>
              <a:off x="18" y="258"/>
              <a:ext cx="288" cy="240"/>
            </a:xfrm>
            <a:prstGeom prst="hexagon">
              <a:avLst>
                <a:gd name="adj" fmla="val 30000"/>
                <a:gd name="vf" fmla="val 115470"/>
              </a:avLst>
            </a:prstGeom>
            <a:solidFill>
              <a:schemeClr val="hlink"/>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sp>
          <p:nvSpPr>
            <p:cNvPr id="1048" name="AutoShape 24"/>
            <p:cNvSpPr>
              <a:spLocks noChangeArrowheads="1"/>
            </p:cNvSpPr>
            <p:nvPr userDrawn="1"/>
          </p:nvSpPr>
          <p:spPr bwMode="gray">
            <a:xfrm>
              <a:off x="240" y="144"/>
              <a:ext cx="288" cy="240"/>
            </a:xfrm>
            <a:prstGeom prst="hexagon">
              <a:avLst>
                <a:gd name="adj" fmla="val 30000"/>
                <a:gd name="vf" fmla="val 115470"/>
              </a:avLst>
            </a:prstGeom>
            <a:solidFill>
              <a:schemeClr val="accent2"/>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sp>
          <p:nvSpPr>
            <p:cNvPr id="1049" name="AutoShape 25"/>
            <p:cNvSpPr>
              <a:spLocks noChangeArrowheads="1"/>
            </p:cNvSpPr>
            <p:nvPr userDrawn="1"/>
          </p:nvSpPr>
          <p:spPr bwMode="gray">
            <a:xfrm>
              <a:off x="240" y="384"/>
              <a:ext cx="288" cy="240"/>
            </a:xfrm>
            <a:prstGeom prst="hexagon">
              <a:avLst>
                <a:gd name="adj" fmla="val 30000"/>
                <a:gd name="vf" fmla="val 115470"/>
              </a:avLst>
            </a:prstGeom>
            <a:solidFill>
              <a:schemeClr val="accent1"/>
            </a:solidFill>
            <a:ln w="28575">
              <a:solidFill>
                <a:schemeClr val="bg1"/>
              </a:solidFill>
              <a:miter lim="800000"/>
              <a:headEnd/>
              <a:tailEnd/>
            </a:ln>
            <a:effectLst>
              <a:outerShdw dist="56796" dir="1593903" algn="ctr" rotWithShape="0">
                <a:srgbClr val="666633">
                  <a:alpha val="50000"/>
                </a:srgbClr>
              </a:outerShdw>
            </a:effectLst>
          </p:spPr>
          <p:txBody>
            <a:bodyPr wrap="none" anchor="ctr"/>
            <a:lstStyle/>
            <a:p>
              <a:pPr>
                <a:defRPr/>
              </a:pPr>
              <a:endParaRPr lang="en-US"/>
            </a:p>
          </p:txBody>
        </p:sp>
      </p:grpSp>
      <p:sp>
        <p:nvSpPr>
          <p:cNvPr id="1036" name="Rectangle 2"/>
          <p:cNvSpPr>
            <a:spLocks noGrp="1" noChangeArrowheads="1"/>
          </p:cNvSpPr>
          <p:nvPr>
            <p:ph type="title"/>
          </p:nvPr>
        </p:nvSpPr>
        <p:spPr bwMode="white">
          <a:xfrm>
            <a:off x="1143000" y="381000"/>
            <a:ext cx="6705600"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843" r:id="rId1"/>
    <p:sldLayoutId id="2147483833" r:id="rId2"/>
    <p:sldLayoutId id="2147483965"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967" r:id="rId13"/>
  </p:sldLayoutIdLst>
  <p:hf hdr="0" ftr="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eveloper.android.com/studio"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sp>
        <p:nvSpPr>
          <p:cNvPr id="6" name="Title 1"/>
          <p:cNvSpPr txBox="1">
            <a:spLocks/>
          </p:cNvSpPr>
          <p:nvPr/>
        </p:nvSpPr>
        <p:spPr bwMode="gray">
          <a:xfrm>
            <a:off x="-76200" y="228600"/>
            <a:ext cx="10210800" cy="762000"/>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chor="ctr"/>
          <a:lstStyle/>
          <a:p>
            <a:pPr>
              <a:defRPr/>
            </a:pPr>
            <a:r>
              <a:rPr lang="en-US" sz="1800" b="1" kern="0">
                <a:solidFill>
                  <a:schemeClr val="tx1"/>
                </a:solidFill>
                <a:latin typeface="+mj-lt"/>
                <a:ea typeface="+mj-ea"/>
                <a:cs typeface="+mj-cs"/>
              </a:rPr>
              <a:t>TRƯỜNG ĐẠI HỌC KINH TẾ KỸ THUẬT CÔNG NGHIỆP</a:t>
            </a:r>
          </a:p>
          <a:p>
            <a:pPr>
              <a:defRPr/>
            </a:pPr>
            <a:r>
              <a:rPr lang="en-US" sz="1800" b="1" kern="0" err="1">
                <a:solidFill>
                  <a:schemeClr val="tx1"/>
                </a:solidFill>
                <a:latin typeface="+mj-lt"/>
                <a:ea typeface="+mj-ea"/>
                <a:cs typeface="+mj-cs"/>
              </a:rPr>
              <a:t>Khoa</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Công</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Nghệ</a:t>
            </a:r>
            <a:r>
              <a:rPr lang="en-US" sz="1800" b="1" kern="0">
                <a:solidFill>
                  <a:schemeClr val="tx1"/>
                </a:solidFill>
                <a:latin typeface="+mj-lt"/>
                <a:ea typeface="+mj-ea"/>
                <a:cs typeface="+mj-cs"/>
              </a:rPr>
              <a:t> </a:t>
            </a:r>
            <a:r>
              <a:rPr lang="en-US" sz="1800" b="1" kern="0" err="1">
                <a:solidFill>
                  <a:schemeClr val="tx1"/>
                </a:solidFill>
                <a:latin typeface="+mj-lt"/>
                <a:ea typeface="+mj-ea"/>
                <a:cs typeface="+mj-cs"/>
              </a:rPr>
              <a:t>Thông</a:t>
            </a:r>
            <a:r>
              <a:rPr lang="en-US" sz="1800" b="1" kern="0">
                <a:solidFill>
                  <a:schemeClr val="tx1"/>
                </a:solidFill>
                <a:latin typeface="+mj-lt"/>
                <a:ea typeface="+mj-ea"/>
                <a:cs typeface="+mj-cs"/>
              </a:rPr>
              <a:t> Tin</a:t>
            </a:r>
          </a:p>
          <a:p>
            <a:pPr>
              <a:defRPr/>
            </a:pPr>
            <a:r>
              <a:rPr lang="en-US" sz="1800" b="1" kern="0">
                <a:solidFill>
                  <a:schemeClr val="tx1"/>
                </a:solidFill>
                <a:latin typeface="+mj-lt"/>
                <a:ea typeface="+mj-ea"/>
                <a:cs typeface="+mj-cs"/>
              </a:rPr>
              <a:t>-------</a:t>
            </a:r>
            <a:r>
              <a:rPr lang="en-US" sz="1800" b="1" kern="0">
                <a:solidFill>
                  <a:schemeClr val="tx1"/>
                </a:solidFill>
                <a:latin typeface="+mj-lt"/>
                <a:ea typeface="+mj-ea"/>
                <a:cs typeface="+mj-cs"/>
                <a:sym typeface="Wingdings"/>
              </a:rPr>
              <a:t></a:t>
            </a:r>
            <a:r>
              <a:rPr lang="en-US" sz="1800" b="1" kern="0">
                <a:solidFill>
                  <a:schemeClr val="tx1"/>
                </a:solidFill>
                <a:latin typeface="+mj-lt"/>
                <a:ea typeface="+mj-ea"/>
                <a:cs typeface="+mj-cs"/>
              </a:rPr>
              <a:t>------</a:t>
            </a:r>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8" name="Rectangle 2"/>
          <p:cNvSpPr txBox="1">
            <a:spLocks noChangeArrowheads="1"/>
          </p:cNvSpPr>
          <p:nvPr/>
        </p:nvSpPr>
        <p:spPr bwMode="gray">
          <a:xfrm>
            <a:off x="2133600" y="1219200"/>
            <a:ext cx="67056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000" b="1" i="0" u="none" strike="noStrike" kern="0" cap="none" spc="0" normalizeH="0" baseline="0" noProof="0">
                <a:ln>
                  <a:noFill/>
                </a:ln>
                <a:solidFill>
                  <a:srgbClr val="FF0000"/>
                </a:solidFill>
                <a:effectLst/>
                <a:uLnTx/>
                <a:uFillTx/>
                <a:latin typeface="+mj-lt"/>
                <a:ea typeface="+mj-ea"/>
                <a:cs typeface="+mj-cs"/>
              </a:rPr>
              <a:t>LẬP TR</a:t>
            </a:r>
            <a:r>
              <a:rPr lang="en-US" sz="4000" b="1" kern="0">
                <a:solidFill>
                  <a:srgbClr val="FF0000"/>
                </a:solidFill>
                <a:latin typeface="+mj-lt"/>
                <a:ea typeface="+mj-ea"/>
                <a:cs typeface="+mj-cs"/>
              </a:rPr>
              <a:t>ÌNH DI ĐỘNG</a:t>
            </a:r>
            <a:endParaRPr kumimoji="0" lang="en-US" sz="4000" b="1" i="0" u="none" strike="noStrike" kern="0" cap="none" spc="0" normalizeH="0" baseline="0" noProof="0">
              <a:ln>
                <a:noFill/>
              </a:ln>
              <a:solidFill>
                <a:srgbClr val="FF0000"/>
              </a:solidFill>
              <a:effectLst/>
              <a:uLnTx/>
              <a:uFillTx/>
              <a:latin typeface="+mj-lt"/>
              <a:ea typeface="+mj-ea"/>
              <a:cs typeface="+mj-cs"/>
            </a:endParaRPr>
          </a:p>
        </p:txBody>
      </p:sp>
      <p:sp>
        <p:nvSpPr>
          <p:cNvPr id="7" name="Shape 43"/>
          <p:cNvSpPr txBox="1">
            <a:spLocks/>
          </p:cNvSpPr>
          <p:nvPr/>
        </p:nvSpPr>
        <p:spPr bwMode="auto">
          <a:xfrm>
            <a:off x="3048000" y="2165888"/>
            <a:ext cx="5334000"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lgn="ctr">
              <a:spcBef>
                <a:spcPts val="900"/>
              </a:spcBef>
              <a:buFont typeface="Wingdings" pitchFamily="2" charset="2"/>
              <a:buNone/>
              <a:defRPr sz="4000" b="1">
                <a:solidFill>
                  <a:srgbClr val="260026"/>
                </a:solidFill>
              </a:defRPr>
            </a:pPr>
            <a:r>
              <a:rPr lang="vi-VN" sz="3600" b="1" kern="0">
                <a:solidFill>
                  <a:schemeClr val="bg1"/>
                </a:solidFill>
              </a:rPr>
              <a:t>CHƯƠNG </a:t>
            </a:r>
            <a:r>
              <a:rPr lang="en-US" sz="3600" b="1" kern="0">
                <a:solidFill>
                  <a:schemeClr val="bg1"/>
                </a:solidFill>
              </a:rPr>
              <a:t>2</a:t>
            </a:r>
            <a:endParaRPr lang="vi-VN" sz="3600" b="1" kern="0">
              <a:solidFill>
                <a:schemeClr val="bg1"/>
              </a:solidFill>
            </a:endParaRPr>
          </a:p>
          <a:p>
            <a:pPr marL="0" indent="0" algn="ctr">
              <a:spcBef>
                <a:spcPts val="900"/>
              </a:spcBef>
              <a:buFont typeface="Wingdings" pitchFamily="2" charset="2"/>
              <a:buNone/>
              <a:defRPr sz="4000" b="1">
                <a:solidFill>
                  <a:srgbClr val="260026"/>
                </a:solidFill>
              </a:defRPr>
            </a:pPr>
            <a:r>
              <a:rPr lang="en-US" sz="3600" b="1" kern="0">
                <a:solidFill>
                  <a:schemeClr val="bg1"/>
                </a:solidFill>
              </a:rPr>
              <a:t>LẬP TRÌNH ANDROID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81000"/>
            <a:ext cx="8458200" cy="563563"/>
          </a:xfrm>
        </p:spPr>
        <p:txBody>
          <a:bodyPr/>
          <a:lstStyle/>
          <a:p>
            <a:r>
              <a:rPr lang="en-US" sz="2400" b="1" err="1"/>
              <a:t>Chương</a:t>
            </a:r>
            <a:r>
              <a:rPr lang="en-US" sz="2400" b="1"/>
              <a:t> 1 – </a:t>
            </a:r>
            <a:r>
              <a:rPr lang="en-US" sz="2400" b="1" err="1"/>
              <a:t>Tổng</a:t>
            </a:r>
            <a:r>
              <a:rPr lang="en-US" sz="2400" b="1"/>
              <a:t> </a:t>
            </a:r>
            <a:r>
              <a:rPr lang="en-US" sz="2400" b="1" err="1"/>
              <a:t>quan</a:t>
            </a:r>
            <a:r>
              <a:rPr lang="en-US" sz="2400" b="1"/>
              <a:t> </a:t>
            </a:r>
            <a:r>
              <a:rPr lang="en-US" sz="2400" b="1" err="1"/>
              <a:t>về</a:t>
            </a:r>
            <a:r>
              <a:rPr lang="en-US" sz="2400" b="1"/>
              <a:t> </a:t>
            </a:r>
            <a:r>
              <a:rPr lang="en-US" sz="2400" b="1" err="1"/>
              <a:t>lập</a:t>
            </a:r>
            <a:r>
              <a:rPr lang="en-US" sz="2400" b="1"/>
              <a:t> </a:t>
            </a:r>
            <a:r>
              <a:rPr lang="en-US" sz="2400" b="1" err="1"/>
              <a:t>trình</a:t>
            </a:r>
            <a:r>
              <a:rPr lang="en-US" sz="2400" b="1"/>
              <a:t> Android</a:t>
            </a:r>
          </a:p>
        </p:txBody>
      </p:sp>
      <p:sp>
        <p:nvSpPr>
          <p:cNvPr id="19" name="Line 13"/>
          <p:cNvSpPr>
            <a:spLocks noChangeShapeType="1"/>
          </p:cNvSpPr>
          <p:nvPr/>
        </p:nvSpPr>
        <p:spPr bwMode="gray">
          <a:xfrm>
            <a:off x="1969899" y="3330337"/>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0" name="Rectangle 14"/>
          <p:cNvSpPr>
            <a:spLocks noChangeArrowheads="1"/>
          </p:cNvSpPr>
          <p:nvPr/>
        </p:nvSpPr>
        <p:spPr bwMode="gray">
          <a:xfrm rot="3419336">
            <a:off x="1685736" y="2754075"/>
            <a:ext cx="479425" cy="520700"/>
          </a:xfrm>
          <a:prstGeom prst="rect">
            <a:avLst/>
          </a:prstGeom>
          <a:gradFill rotWithShape="1">
            <a:gsLst>
              <a:gs pos="0">
                <a:schemeClr val="folHlink"/>
              </a:gs>
              <a:gs pos="100000">
                <a:schemeClr val="folHlink">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folHlink"/>
            </a:extrusionClr>
          </a:sp3d>
        </p:spPr>
        <p:txBody>
          <a:bodyPr wrap="none" anchor="ctr">
            <a:flatTx/>
          </a:bodyPr>
          <a:lstStyle/>
          <a:p>
            <a:endParaRPr lang="en-US"/>
          </a:p>
        </p:txBody>
      </p:sp>
      <p:sp>
        <p:nvSpPr>
          <p:cNvPr id="31" name="Text Box 15"/>
          <p:cNvSpPr txBox="1">
            <a:spLocks noChangeArrowheads="1"/>
          </p:cNvSpPr>
          <p:nvPr/>
        </p:nvSpPr>
        <p:spPr bwMode="gray">
          <a:xfrm>
            <a:off x="1611972" y="2796937"/>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1.3</a:t>
            </a:r>
          </a:p>
        </p:txBody>
      </p:sp>
      <p:sp>
        <p:nvSpPr>
          <p:cNvPr id="32" name="Line 16"/>
          <p:cNvSpPr>
            <a:spLocks noChangeShapeType="1"/>
          </p:cNvSpPr>
          <p:nvPr/>
        </p:nvSpPr>
        <p:spPr bwMode="gray">
          <a:xfrm>
            <a:off x="1954162" y="1749487"/>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3" name="Rectangle 17"/>
          <p:cNvSpPr>
            <a:spLocks noChangeArrowheads="1"/>
          </p:cNvSpPr>
          <p:nvPr/>
        </p:nvSpPr>
        <p:spPr bwMode="gray">
          <a:xfrm rot="3419336">
            <a:off x="1669999" y="1173225"/>
            <a:ext cx="479425" cy="520700"/>
          </a:xfrm>
          <a:prstGeom prst="rect">
            <a:avLst/>
          </a:prstGeom>
          <a:gradFill rotWithShape="1">
            <a:gsLst>
              <a:gs pos="0">
                <a:schemeClr val="accent1"/>
              </a:gs>
              <a:gs pos="100000">
                <a:schemeClr val="accent1">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accent1"/>
            </a:extrusionClr>
          </a:sp3d>
        </p:spPr>
        <p:txBody>
          <a:bodyPr wrap="none" anchor="ctr">
            <a:flatTx/>
          </a:bodyPr>
          <a:lstStyle/>
          <a:p>
            <a:endParaRPr lang="en-US"/>
          </a:p>
        </p:txBody>
      </p:sp>
      <p:sp>
        <p:nvSpPr>
          <p:cNvPr id="34" name="Text Box 18"/>
          <p:cNvSpPr txBox="1">
            <a:spLocks noChangeArrowheads="1"/>
          </p:cNvSpPr>
          <p:nvPr/>
        </p:nvSpPr>
        <p:spPr bwMode="gray">
          <a:xfrm>
            <a:off x="2394385" y="3632423"/>
            <a:ext cx="5182251" cy="430887"/>
          </a:xfrm>
          <a:prstGeom prst="rect">
            <a:avLst/>
          </a:prstGeom>
          <a:noFill/>
          <a:ln w="9525" algn="ctr">
            <a:noFill/>
            <a:miter lim="800000"/>
            <a:headEnd/>
            <a:tailEnd/>
          </a:ln>
          <a:effectLst/>
        </p:spPr>
        <p:txBody>
          <a:bodyPr wrap="square">
            <a:spAutoFit/>
          </a:bodyPr>
          <a:lstStyle/>
          <a:p>
            <a:pPr algn="l"/>
            <a:r>
              <a:rPr lang="en-US" sz="2200" b="1">
                <a:solidFill>
                  <a:schemeClr val="tx2"/>
                </a:solidFill>
              </a:rPr>
              <a:t>  GIỚI THIỆU VÀ TẠO MỘT ACTIVITY</a:t>
            </a:r>
          </a:p>
        </p:txBody>
      </p:sp>
      <p:sp>
        <p:nvSpPr>
          <p:cNvPr id="35" name="Text Box 19"/>
          <p:cNvSpPr txBox="1">
            <a:spLocks noChangeArrowheads="1"/>
          </p:cNvSpPr>
          <p:nvPr/>
        </p:nvSpPr>
        <p:spPr bwMode="gray">
          <a:xfrm>
            <a:off x="1596235" y="1216087"/>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1.1</a:t>
            </a:r>
          </a:p>
        </p:txBody>
      </p:sp>
      <p:sp>
        <p:nvSpPr>
          <p:cNvPr id="36" name="Line 20"/>
          <p:cNvSpPr>
            <a:spLocks noChangeShapeType="1"/>
          </p:cNvSpPr>
          <p:nvPr/>
        </p:nvSpPr>
        <p:spPr bwMode="gray">
          <a:xfrm>
            <a:off x="1946708" y="4177923"/>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37" name="Rectangle 21"/>
          <p:cNvSpPr>
            <a:spLocks noChangeArrowheads="1"/>
          </p:cNvSpPr>
          <p:nvPr/>
        </p:nvSpPr>
        <p:spPr bwMode="gray">
          <a:xfrm rot="3419336">
            <a:off x="1662545" y="3601661"/>
            <a:ext cx="479425" cy="520700"/>
          </a:xfrm>
          <a:prstGeom prst="rect">
            <a:avLst/>
          </a:prstGeom>
          <a:gradFill rotWithShape="1">
            <a:gsLst>
              <a:gs pos="0">
                <a:schemeClr val="accent2"/>
              </a:gs>
              <a:gs pos="100000">
                <a:schemeClr val="accent2">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accent2"/>
            </a:extrusionClr>
          </a:sp3d>
        </p:spPr>
        <p:txBody>
          <a:bodyPr wrap="none" anchor="ctr">
            <a:flatTx/>
          </a:bodyPr>
          <a:lstStyle/>
          <a:p>
            <a:endParaRPr lang="en-US"/>
          </a:p>
        </p:txBody>
      </p:sp>
      <p:sp>
        <p:nvSpPr>
          <p:cNvPr id="38" name="Text Box 22"/>
          <p:cNvSpPr txBox="1">
            <a:spLocks noChangeArrowheads="1"/>
          </p:cNvSpPr>
          <p:nvPr/>
        </p:nvSpPr>
        <p:spPr bwMode="gray">
          <a:xfrm>
            <a:off x="1588781" y="3644523"/>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1.4</a:t>
            </a:r>
          </a:p>
        </p:txBody>
      </p:sp>
      <p:sp>
        <p:nvSpPr>
          <p:cNvPr id="39" name="Line 23"/>
          <p:cNvSpPr>
            <a:spLocks noChangeShapeType="1"/>
          </p:cNvSpPr>
          <p:nvPr/>
        </p:nvSpPr>
        <p:spPr bwMode="gray">
          <a:xfrm>
            <a:off x="1954922" y="2531897"/>
            <a:ext cx="4799012" cy="1587"/>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40" name="Rectangle 24"/>
          <p:cNvSpPr>
            <a:spLocks noChangeArrowheads="1"/>
          </p:cNvSpPr>
          <p:nvPr/>
        </p:nvSpPr>
        <p:spPr bwMode="gray">
          <a:xfrm rot="3419336">
            <a:off x="1669171" y="1957222"/>
            <a:ext cx="479425" cy="520700"/>
          </a:xfrm>
          <a:prstGeom prst="rect">
            <a:avLst/>
          </a:prstGeom>
          <a:gradFill rotWithShape="1">
            <a:gsLst>
              <a:gs pos="0">
                <a:schemeClr val="hlink"/>
              </a:gs>
              <a:gs pos="100000">
                <a:schemeClr val="hlink">
                  <a:gamma/>
                  <a:shade val="46275"/>
                  <a:invGamma/>
                </a:schemeClr>
              </a:gs>
            </a:gsLst>
            <a:lin ang="5400000" scaled="1"/>
          </a:gra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hlink"/>
            </a:extrusionClr>
          </a:sp3d>
        </p:spPr>
        <p:txBody>
          <a:bodyPr wrap="none" anchor="ctr">
            <a:flatTx/>
          </a:bodyPr>
          <a:lstStyle/>
          <a:p>
            <a:endParaRPr lang="en-US"/>
          </a:p>
        </p:txBody>
      </p:sp>
      <p:sp>
        <p:nvSpPr>
          <p:cNvPr id="41" name="Text Box 25"/>
          <p:cNvSpPr txBox="1">
            <a:spLocks noChangeArrowheads="1"/>
          </p:cNvSpPr>
          <p:nvPr/>
        </p:nvSpPr>
        <p:spPr bwMode="gray">
          <a:xfrm>
            <a:off x="1595407" y="2000084"/>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1.2</a:t>
            </a:r>
          </a:p>
        </p:txBody>
      </p:sp>
      <p:sp>
        <p:nvSpPr>
          <p:cNvPr id="42" name="Text Box 29"/>
          <p:cNvSpPr txBox="1">
            <a:spLocks noChangeArrowheads="1"/>
          </p:cNvSpPr>
          <p:nvPr/>
        </p:nvSpPr>
        <p:spPr bwMode="gray">
          <a:xfrm>
            <a:off x="2525630" y="2097624"/>
            <a:ext cx="5978688" cy="430887"/>
          </a:xfrm>
          <a:prstGeom prst="rect">
            <a:avLst/>
          </a:prstGeom>
          <a:noFill/>
          <a:ln w="9525" algn="ctr">
            <a:noFill/>
            <a:miter lim="800000"/>
            <a:headEnd/>
            <a:tailEnd/>
          </a:ln>
          <a:effectLst/>
        </p:spPr>
        <p:txBody>
          <a:bodyPr wrap="none">
            <a:spAutoFit/>
          </a:bodyPr>
          <a:lstStyle/>
          <a:p>
            <a:pPr algn="l" eaLnBrk="0" hangingPunct="0"/>
            <a:r>
              <a:rPr lang="en-US" sz="2200" b="1">
                <a:solidFill>
                  <a:schemeClr val="tx2"/>
                </a:solidFill>
              </a:rPr>
              <a:t>GIỚI THIỆU VÀ CÀI DẶT ANDROID STUDIO</a:t>
            </a:r>
          </a:p>
        </p:txBody>
      </p:sp>
      <p:sp>
        <p:nvSpPr>
          <p:cNvPr id="43" name="Text Box 30"/>
          <p:cNvSpPr txBox="1">
            <a:spLocks noChangeArrowheads="1"/>
          </p:cNvSpPr>
          <p:nvPr/>
        </p:nvSpPr>
        <p:spPr bwMode="gray">
          <a:xfrm>
            <a:off x="2472276" y="2823250"/>
            <a:ext cx="6806607" cy="430887"/>
          </a:xfrm>
          <a:prstGeom prst="rect">
            <a:avLst/>
          </a:prstGeom>
          <a:noFill/>
          <a:ln w="9525" algn="ctr">
            <a:noFill/>
            <a:miter lim="800000"/>
            <a:headEnd/>
            <a:tailEnd/>
          </a:ln>
          <a:effectLst/>
        </p:spPr>
        <p:txBody>
          <a:bodyPr wrap="none">
            <a:spAutoFit/>
          </a:bodyPr>
          <a:lstStyle/>
          <a:p>
            <a:pPr algn="l" eaLnBrk="0" hangingPunct="0"/>
            <a:r>
              <a:rPr lang="en-US" sz="2200" b="1">
                <a:solidFill>
                  <a:schemeClr val="tx2"/>
                </a:solidFill>
              </a:rPr>
              <a:t> THÀNH PHẦN CHÍNH CỦA ỨNG DỤNG ANDROID</a:t>
            </a:r>
          </a:p>
        </p:txBody>
      </p:sp>
      <p:sp>
        <p:nvSpPr>
          <p:cNvPr id="44" name="Text Box 18">
            <a:extLst>
              <a:ext uri="{FF2B5EF4-FFF2-40B4-BE49-F238E27FC236}">
                <a16:creationId xmlns:a16="http://schemas.microsoft.com/office/drawing/2014/main" id="{3B08D919-B9F7-4532-A6DF-0637E33C4F56}"/>
              </a:ext>
            </a:extLst>
          </p:cNvPr>
          <p:cNvSpPr txBox="1">
            <a:spLocks noChangeArrowheads="1"/>
          </p:cNvSpPr>
          <p:nvPr/>
        </p:nvSpPr>
        <p:spPr bwMode="gray">
          <a:xfrm>
            <a:off x="2258628" y="1253729"/>
            <a:ext cx="7038215" cy="430887"/>
          </a:xfrm>
          <a:prstGeom prst="rect">
            <a:avLst/>
          </a:prstGeom>
          <a:noFill/>
          <a:ln w="9525" algn="ctr">
            <a:noFill/>
            <a:miter lim="800000"/>
            <a:headEnd/>
            <a:tailEnd/>
          </a:ln>
          <a:effectLst/>
        </p:spPr>
        <p:txBody>
          <a:bodyPr wrap="square">
            <a:spAutoFit/>
          </a:bodyPr>
          <a:lstStyle/>
          <a:p>
            <a:pPr algn="l" eaLnBrk="0" hangingPunct="0"/>
            <a:r>
              <a:rPr lang="en-US" sz="2200" b="1">
                <a:solidFill>
                  <a:schemeClr val="tx2"/>
                </a:solidFill>
              </a:rPr>
              <a:t>   TỔNG QUAN HỆ ĐIỀU HÀNH ANDROID</a:t>
            </a:r>
          </a:p>
        </p:txBody>
      </p:sp>
      <p:sp>
        <p:nvSpPr>
          <p:cNvPr id="3" name="Date Placeholder 2"/>
          <p:cNvSpPr>
            <a:spLocks noGrp="1"/>
          </p:cNvSpPr>
          <p:nvPr>
            <p:ph type="dt" sz="half" idx="10"/>
          </p:nvPr>
        </p:nvSpPr>
        <p:spPr/>
        <p:txBody>
          <a:bodyPr/>
          <a:lstStyle/>
          <a:p>
            <a:pPr>
              <a:defRPr/>
            </a:pPr>
            <a:r>
              <a:rPr lang="en-US"/>
              <a:t>Khoa CNTT - UNETI</a:t>
            </a:r>
          </a:p>
        </p:txBody>
      </p:sp>
      <p:sp>
        <p:nvSpPr>
          <p:cNvPr id="4" name="Slide Number Placeholder 3"/>
          <p:cNvSpPr>
            <a:spLocks noGrp="1"/>
          </p:cNvSpPr>
          <p:nvPr>
            <p:ph type="sldNum" sz="quarter" idx="12"/>
          </p:nvPr>
        </p:nvSpPr>
        <p:spPr/>
        <p:txBody>
          <a:bodyPr/>
          <a:lstStyle/>
          <a:p>
            <a:pPr>
              <a:defRPr/>
            </a:pPr>
            <a:fld id="{38F16FD5-974A-40BB-8233-36E86F2AA732}" type="slidenum">
              <a:rPr lang="en-US" smtClean="0"/>
              <a:pPr>
                <a:defRPr/>
              </a:pPr>
              <a:t>2</a:t>
            </a:fld>
            <a:endParaRPr lang="en-US"/>
          </a:p>
        </p:txBody>
      </p:sp>
      <p:sp>
        <p:nvSpPr>
          <p:cNvPr id="25" name="Text Box 18">
            <a:extLst>
              <a:ext uri="{FF2B5EF4-FFF2-40B4-BE49-F238E27FC236}">
                <a16:creationId xmlns:a16="http://schemas.microsoft.com/office/drawing/2014/main" id="{C0D06112-E136-44E4-AFBB-B99966AA98EB}"/>
              </a:ext>
            </a:extLst>
          </p:cNvPr>
          <p:cNvSpPr txBox="1">
            <a:spLocks noChangeArrowheads="1"/>
          </p:cNvSpPr>
          <p:nvPr/>
        </p:nvSpPr>
        <p:spPr bwMode="gray">
          <a:xfrm>
            <a:off x="2453381" y="4412622"/>
            <a:ext cx="5447204" cy="430887"/>
          </a:xfrm>
          <a:prstGeom prst="rect">
            <a:avLst/>
          </a:prstGeom>
          <a:noFill/>
          <a:ln w="9525" algn="ctr">
            <a:noFill/>
            <a:miter lim="800000"/>
            <a:headEnd/>
            <a:tailEnd/>
          </a:ln>
          <a:effectLst/>
        </p:spPr>
        <p:txBody>
          <a:bodyPr wrap="square">
            <a:spAutoFit/>
          </a:bodyPr>
          <a:lstStyle/>
          <a:p>
            <a:pPr algn="l"/>
            <a:r>
              <a:rPr lang="en-US" sz="2200" b="1">
                <a:solidFill>
                  <a:schemeClr val="tx2"/>
                </a:solidFill>
              </a:rPr>
              <a:t> VÒNG ĐỜI CỦA ACTIVITY</a:t>
            </a:r>
          </a:p>
        </p:txBody>
      </p:sp>
      <p:sp>
        <p:nvSpPr>
          <p:cNvPr id="26" name="Line 20">
            <a:extLst>
              <a:ext uri="{FF2B5EF4-FFF2-40B4-BE49-F238E27FC236}">
                <a16:creationId xmlns:a16="http://schemas.microsoft.com/office/drawing/2014/main" id="{25897986-FD06-4525-BFC5-B8393B1481A3}"/>
              </a:ext>
            </a:extLst>
          </p:cNvPr>
          <p:cNvSpPr>
            <a:spLocks noChangeShapeType="1"/>
          </p:cNvSpPr>
          <p:nvPr/>
        </p:nvSpPr>
        <p:spPr bwMode="gray">
          <a:xfrm>
            <a:off x="2005704" y="4958122"/>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27" name="Rectangle 21">
            <a:extLst>
              <a:ext uri="{FF2B5EF4-FFF2-40B4-BE49-F238E27FC236}">
                <a16:creationId xmlns:a16="http://schemas.microsoft.com/office/drawing/2014/main" id="{3E042816-A30A-4DAD-8913-B62B132CADEB}"/>
              </a:ext>
            </a:extLst>
          </p:cNvPr>
          <p:cNvSpPr>
            <a:spLocks noChangeArrowheads="1"/>
          </p:cNvSpPr>
          <p:nvPr/>
        </p:nvSpPr>
        <p:spPr bwMode="gray">
          <a:xfrm rot="3419336">
            <a:off x="1691359" y="4365270"/>
            <a:ext cx="479425" cy="520700"/>
          </a:xfrm>
          <a:prstGeom prst="rect">
            <a:avLst/>
          </a:prstGeom>
          <a:solidFill>
            <a:srgbClr val="FFFF00"/>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accent2"/>
            </a:extrusionClr>
          </a:sp3d>
        </p:spPr>
        <p:txBody>
          <a:bodyPr wrap="none" anchor="ctr">
            <a:flatTx/>
          </a:bodyPr>
          <a:lstStyle/>
          <a:p>
            <a:endParaRPr lang="en-US"/>
          </a:p>
        </p:txBody>
      </p:sp>
      <p:sp>
        <p:nvSpPr>
          <p:cNvPr id="28" name="Text Box 22">
            <a:extLst>
              <a:ext uri="{FF2B5EF4-FFF2-40B4-BE49-F238E27FC236}">
                <a16:creationId xmlns:a16="http://schemas.microsoft.com/office/drawing/2014/main" id="{D39ACB31-F33C-4402-B2EA-64BAFF026FA3}"/>
              </a:ext>
            </a:extLst>
          </p:cNvPr>
          <p:cNvSpPr txBox="1">
            <a:spLocks noChangeArrowheads="1"/>
          </p:cNvSpPr>
          <p:nvPr/>
        </p:nvSpPr>
        <p:spPr bwMode="gray">
          <a:xfrm>
            <a:off x="1611972" y="4424582"/>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1.5</a:t>
            </a:r>
          </a:p>
        </p:txBody>
      </p:sp>
      <p:sp>
        <p:nvSpPr>
          <p:cNvPr id="29" name="Line 13">
            <a:extLst>
              <a:ext uri="{FF2B5EF4-FFF2-40B4-BE49-F238E27FC236}">
                <a16:creationId xmlns:a16="http://schemas.microsoft.com/office/drawing/2014/main" id="{CB1A9CAF-9DCE-4C19-B81A-20F0FA052333}"/>
              </a:ext>
            </a:extLst>
          </p:cNvPr>
          <p:cNvSpPr>
            <a:spLocks noChangeShapeType="1"/>
          </p:cNvSpPr>
          <p:nvPr/>
        </p:nvSpPr>
        <p:spPr bwMode="gray">
          <a:xfrm>
            <a:off x="1969899" y="5757938"/>
            <a:ext cx="4800600" cy="0"/>
          </a:xfrm>
          <a:prstGeom prst="line">
            <a:avLst/>
          </a:prstGeom>
          <a:noFill/>
          <a:ln w="25400">
            <a:solidFill>
              <a:schemeClr val="tx2"/>
            </a:solidFill>
            <a:prstDash val="sysDot"/>
            <a:round/>
            <a:headEnd/>
            <a:tailEnd type="oval" w="med" len="med"/>
          </a:ln>
          <a:effectLst/>
        </p:spPr>
        <p:txBody>
          <a:bodyPr wrap="none" anchor="ctr"/>
          <a:lstStyle/>
          <a:p>
            <a:endParaRPr lang="en-US"/>
          </a:p>
        </p:txBody>
      </p:sp>
      <p:sp>
        <p:nvSpPr>
          <p:cNvPr id="45" name="Rectangle 14">
            <a:extLst>
              <a:ext uri="{FF2B5EF4-FFF2-40B4-BE49-F238E27FC236}">
                <a16:creationId xmlns:a16="http://schemas.microsoft.com/office/drawing/2014/main" id="{640514D0-E073-449C-A73B-C3437CA63970}"/>
              </a:ext>
            </a:extLst>
          </p:cNvPr>
          <p:cNvSpPr>
            <a:spLocks noChangeArrowheads="1"/>
          </p:cNvSpPr>
          <p:nvPr/>
        </p:nvSpPr>
        <p:spPr bwMode="gray">
          <a:xfrm rot="3419336">
            <a:off x="1685736" y="5181676"/>
            <a:ext cx="479425" cy="520700"/>
          </a:xfrm>
          <a:prstGeom prst="rect">
            <a:avLst/>
          </a:prstGeom>
          <a:solidFill>
            <a:srgbClr val="FF0066"/>
          </a:solidFill>
          <a:ln w="9525">
            <a:miter lim="800000"/>
            <a:headEnd/>
            <a:tailEnd/>
          </a:ln>
          <a:effectLst/>
          <a:scene3d>
            <a:camera prst="legacyPerspectiveFront">
              <a:rot lat="0" lon="1500000" rev="0"/>
            </a:camera>
            <a:lightRig rig="legacyFlat4" dir="b"/>
          </a:scene3d>
          <a:sp3d extrusionH="430200" prstMaterial="legacyMatte">
            <a:bevelT w="13500" h="13500" prst="angle"/>
            <a:bevelB w="13500" h="13500" prst="angle"/>
            <a:extrusionClr>
              <a:schemeClr val="folHlink"/>
            </a:extrusionClr>
          </a:sp3d>
        </p:spPr>
        <p:txBody>
          <a:bodyPr wrap="none" anchor="ctr">
            <a:flatTx/>
          </a:bodyPr>
          <a:lstStyle/>
          <a:p>
            <a:endParaRPr lang="en-US"/>
          </a:p>
        </p:txBody>
      </p:sp>
      <p:sp>
        <p:nvSpPr>
          <p:cNvPr id="46" name="Text Box 15">
            <a:extLst>
              <a:ext uri="{FF2B5EF4-FFF2-40B4-BE49-F238E27FC236}">
                <a16:creationId xmlns:a16="http://schemas.microsoft.com/office/drawing/2014/main" id="{E4836C93-53B8-487E-BD1D-C9793C7AABDD}"/>
              </a:ext>
            </a:extLst>
          </p:cNvPr>
          <p:cNvSpPr txBox="1">
            <a:spLocks noChangeArrowheads="1"/>
          </p:cNvSpPr>
          <p:nvPr/>
        </p:nvSpPr>
        <p:spPr bwMode="gray">
          <a:xfrm>
            <a:off x="1595407" y="5217779"/>
            <a:ext cx="612668" cy="461665"/>
          </a:xfrm>
          <a:prstGeom prst="rect">
            <a:avLst/>
          </a:prstGeom>
          <a:noFill/>
          <a:ln w="9525" algn="ctr">
            <a:noFill/>
            <a:miter lim="800000"/>
            <a:headEnd/>
            <a:tailEnd/>
          </a:ln>
          <a:effectLst/>
        </p:spPr>
        <p:txBody>
          <a:bodyPr wrap="none">
            <a:spAutoFit/>
          </a:bodyPr>
          <a:lstStyle/>
          <a:p>
            <a:pPr algn="ctr" eaLnBrk="0" hangingPunct="0"/>
            <a:r>
              <a:rPr lang="en-US" sz="2400" b="1">
                <a:solidFill>
                  <a:srgbClr val="FFFFFF"/>
                </a:solidFill>
              </a:rPr>
              <a:t>1.6</a:t>
            </a:r>
          </a:p>
        </p:txBody>
      </p:sp>
      <p:sp>
        <p:nvSpPr>
          <p:cNvPr id="47" name="Text Box 30">
            <a:extLst>
              <a:ext uri="{FF2B5EF4-FFF2-40B4-BE49-F238E27FC236}">
                <a16:creationId xmlns:a16="http://schemas.microsoft.com/office/drawing/2014/main" id="{2C831CCB-A00C-4765-B867-02B24388D2B7}"/>
              </a:ext>
            </a:extLst>
          </p:cNvPr>
          <p:cNvSpPr txBox="1">
            <a:spLocks noChangeArrowheads="1"/>
          </p:cNvSpPr>
          <p:nvPr/>
        </p:nvSpPr>
        <p:spPr bwMode="gray">
          <a:xfrm>
            <a:off x="2472276" y="5250851"/>
            <a:ext cx="3090077" cy="430887"/>
          </a:xfrm>
          <a:prstGeom prst="rect">
            <a:avLst/>
          </a:prstGeom>
          <a:noFill/>
          <a:ln w="9525" algn="ctr">
            <a:noFill/>
            <a:miter lim="800000"/>
            <a:headEnd/>
            <a:tailEnd/>
          </a:ln>
          <a:effectLst/>
        </p:spPr>
        <p:txBody>
          <a:bodyPr wrap="none">
            <a:spAutoFit/>
          </a:bodyPr>
          <a:lstStyle/>
          <a:p>
            <a:pPr algn="l"/>
            <a:r>
              <a:rPr lang="en-US" sz="2200" b="1">
                <a:solidFill>
                  <a:schemeClr val="tx2"/>
                </a:solidFill>
              </a:rPr>
              <a:t> ANDROID MANIFEST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500" fill="hold"/>
                                        <p:tgtEl>
                                          <p:spTgt spid="32"/>
                                        </p:tgtEl>
                                        <p:attrNameLst>
                                          <p:attrName>ppt_x</p:attrName>
                                        </p:attrNameLst>
                                      </p:cBhvr>
                                      <p:tavLst>
                                        <p:tav tm="0">
                                          <p:val>
                                            <p:strVal val="#ppt_x"/>
                                          </p:val>
                                        </p:tav>
                                        <p:tav tm="100000">
                                          <p:val>
                                            <p:strVal val="#ppt_x"/>
                                          </p:val>
                                        </p:tav>
                                      </p:tavLst>
                                    </p:anim>
                                    <p:anim calcmode="lin" valueType="num">
                                      <p:cBhvr additive="base">
                                        <p:cTn id="12" dur="500" fill="hold"/>
                                        <p:tgtEl>
                                          <p:spTgt spid="3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ppt_x"/>
                                          </p:val>
                                        </p:tav>
                                        <p:tav tm="100000">
                                          <p:val>
                                            <p:strVal val="#ppt_x"/>
                                          </p:val>
                                        </p:tav>
                                      </p:tavLst>
                                    </p:anim>
                                    <p:anim calcmode="lin" valueType="num">
                                      <p:cBhvr additive="base">
                                        <p:cTn id="20"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additive="base">
                                        <p:cTn id="25" dur="500" fill="hold"/>
                                        <p:tgtEl>
                                          <p:spTgt spid="41"/>
                                        </p:tgtEl>
                                        <p:attrNameLst>
                                          <p:attrName>ppt_x</p:attrName>
                                        </p:attrNameLst>
                                      </p:cBhvr>
                                      <p:tavLst>
                                        <p:tav tm="0">
                                          <p:val>
                                            <p:strVal val="#ppt_x"/>
                                          </p:val>
                                        </p:tav>
                                        <p:tav tm="100000">
                                          <p:val>
                                            <p:strVal val="#ppt_x"/>
                                          </p:val>
                                        </p:tav>
                                      </p:tavLst>
                                    </p:anim>
                                    <p:anim calcmode="lin" valueType="num">
                                      <p:cBhvr additive="base">
                                        <p:cTn id="26" dur="500" fill="hold"/>
                                        <p:tgtEl>
                                          <p:spTgt spid="41"/>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anim calcmode="lin" valueType="num">
                                      <p:cBhvr additive="base">
                                        <p:cTn id="29" dur="500" fill="hold"/>
                                        <p:tgtEl>
                                          <p:spTgt spid="40"/>
                                        </p:tgtEl>
                                        <p:attrNameLst>
                                          <p:attrName>ppt_x</p:attrName>
                                        </p:attrNameLst>
                                      </p:cBhvr>
                                      <p:tavLst>
                                        <p:tav tm="0">
                                          <p:val>
                                            <p:strVal val="#ppt_x"/>
                                          </p:val>
                                        </p:tav>
                                        <p:tav tm="100000">
                                          <p:val>
                                            <p:strVal val="#ppt_x"/>
                                          </p:val>
                                        </p:tav>
                                      </p:tavLst>
                                    </p:anim>
                                    <p:anim calcmode="lin" valueType="num">
                                      <p:cBhvr additive="base">
                                        <p:cTn id="30" dur="500" fill="hold"/>
                                        <p:tgtEl>
                                          <p:spTgt spid="4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 calcmode="lin" valueType="num">
                                      <p:cBhvr additive="base">
                                        <p:cTn id="33" dur="500" fill="hold"/>
                                        <p:tgtEl>
                                          <p:spTgt spid="42"/>
                                        </p:tgtEl>
                                        <p:attrNameLst>
                                          <p:attrName>ppt_x</p:attrName>
                                        </p:attrNameLst>
                                      </p:cBhvr>
                                      <p:tavLst>
                                        <p:tav tm="0">
                                          <p:val>
                                            <p:strVal val="#ppt_x"/>
                                          </p:val>
                                        </p:tav>
                                        <p:tav tm="100000">
                                          <p:val>
                                            <p:strVal val="#ppt_x"/>
                                          </p:val>
                                        </p:tav>
                                      </p:tavLst>
                                    </p:anim>
                                    <p:anim calcmode="lin" valueType="num">
                                      <p:cBhvr additive="base">
                                        <p:cTn id="34" dur="500" fill="hold"/>
                                        <p:tgtEl>
                                          <p:spTgt spid="4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additive="base">
                                        <p:cTn id="43" dur="500" fill="hold"/>
                                        <p:tgtEl>
                                          <p:spTgt spid="31"/>
                                        </p:tgtEl>
                                        <p:attrNameLst>
                                          <p:attrName>ppt_x</p:attrName>
                                        </p:attrNameLst>
                                      </p:cBhvr>
                                      <p:tavLst>
                                        <p:tav tm="0">
                                          <p:val>
                                            <p:strVal val="#ppt_x"/>
                                          </p:val>
                                        </p:tav>
                                        <p:tav tm="100000">
                                          <p:val>
                                            <p:strVal val="#ppt_x"/>
                                          </p:val>
                                        </p:tav>
                                      </p:tavLst>
                                    </p:anim>
                                    <p:anim calcmode="lin" valueType="num">
                                      <p:cBhvr additive="base">
                                        <p:cTn id="44" dur="500" fill="hold"/>
                                        <p:tgtEl>
                                          <p:spTgt spid="3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ppt_x"/>
                                          </p:val>
                                        </p:tav>
                                        <p:tav tm="100000">
                                          <p:val>
                                            <p:strVal val="#ppt_x"/>
                                          </p:val>
                                        </p:tav>
                                      </p:tavLst>
                                    </p:anim>
                                    <p:anim calcmode="lin" valueType="num">
                                      <p:cBhvr additive="base">
                                        <p:cTn id="48" dur="500" fill="hold"/>
                                        <p:tgtEl>
                                          <p:spTgt spid="3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 calcmode="lin" valueType="num">
                                      <p:cBhvr additive="base">
                                        <p:cTn id="51" dur="500" fill="hold"/>
                                        <p:tgtEl>
                                          <p:spTgt spid="43"/>
                                        </p:tgtEl>
                                        <p:attrNameLst>
                                          <p:attrName>ppt_x</p:attrName>
                                        </p:attrNameLst>
                                      </p:cBhvr>
                                      <p:tavLst>
                                        <p:tav tm="0">
                                          <p:val>
                                            <p:strVal val="#ppt_x"/>
                                          </p:val>
                                        </p:tav>
                                        <p:tav tm="100000">
                                          <p:val>
                                            <p:strVal val="#ppt_x"/>
                                          </p:val>
                                        </p:tav>
                                      </p:tavLst>
                                    </p:anim>
                                    <p:anim calcmode="lin" valueType="num">
                                      <p:cBhvr additive="base">
                                        <p:cTn id="52" dur="500" fill="hold"/>
                                        <p:tgtEl>
                                          <p:spTgt spid="43"/>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anim calcmode="lin" valueType="num">
                                      <p:cBhvr additive="base">
                                        <p:cTn id="61" dur="500" fill="hold"/>
                                        <p:tgtEl>
                                          <p:spTgt spid="38"/>
                                        </p:tgtEl>
                                        <p:attrNameLst>
                                          <p:attrName>ppt_x</p:attrName>
                                        </p:attrNameLst>
                                      </p:cBhvr>
                                      <p:tavLst>
                                        <p:tav tm="0">
                                          <p:val>
                                            <p:strVal val="#ppt_x"/>
                                          </p:val>
                                        </p:tav>
                                        <p:tav tm="100000">
                                          <p:val>
                                            <p:strVal val="#ppt_x"/>
                                          </p:val>
                                        </p:tav>
                                      </p:tavLst>
                                    </p:anim>
                                    <p:anim calcmode="lin" valueType="num">
                                      <p:cBhvr additive="base">
                                        <p:cTn id="62" dur="500" fill="hold"/>
                                        <p:tgtEl>
                                          <p:spTgt spid="38"/>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ppt_x"/>
                                          </p:val>
                                        </p:tav>
                                        <p:tav tm="100000">
                                          <p:val>
                                            <p:strVal val="#ppt_x"/>
                                          </p:val>
                                        </p:tav>
                                      </p:tavLst>
                                    </p:anim>
                                    <p:anim calcmode="lin" valueType="num">
                                      <p:cBhvr additive="base">
                                        <p:cTn id="66" dur="500" fill="hold"/>
                                        <p:tgtEl>
                                          <p:spTgt spid="3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 calcmode="lin" valueType="num">
                                      <p:cBhvr additive="base">
                                        <p:cTn id="69" dur="500" fill="hold"/>
                                        <p:tgtEl>
                                          <p:spTgt spid="34"/>
                                        </p:tgtEl>
                                        <p:attrNameLst>
                                          <p:attrName>ppt_x</p:attrName>
                                        </p:attrNameLst>
                                      </p:cBhvr>
                                      <p:tavLst>
                                        <p:tav tm="0">
                                          <p:val>
                                            <p:strVal val="#ppt_x"/>
                                          </p:val>
                                        </p:tav>
                                        <p:tav tm="100000">
                                          <p:val>
                                            <p:strVal val="#ppt_x"/>
                                          </p:val>
                                        </p:tav>
                                      </p:tavLst>
                                    </p:anim>
                                    <p:anim calcmode="lin" valueType="num">
                                      <p:cBhvr additive="base">
                                        <p:cTn id="70" dur="500" fill="hold"/>
                                        <p:tgtEl>
                                          <p:spTgt spid="34"/>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ppt_x"/>
                                          </p:val>
                                        </p:tav>
                                        <p:tav tm="100000">
                                          <p:val>
                                            <p:strVal val="#ppt_x"/>
                                          </p:val>
                                        </p:tav>
                                      </p:tavLst>
                                    </p:anim>
                                    <p:anim calcmode="lin" valueType="num">
                                      <p:cBhvr additive="base">
                                        <p:cTn id="7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8"/>
                                        </p:tgtEl>
                                        <p:attrNameLst>
                                          <p:attrName>style.visibility</p:attrName>
                                        </p:attrNameLst>
                                      </p:cBhvr>
                                      <p:to>
                                        <p:strVal val="visible"/>
                                      </p:to>
                                    </p:set>
                                    <p:anim calcmode="lin" valueType="num">
                                      <p:cBhvr additive="base">
                                        <p:cTn id="79" dur="500" fill="hold"/>
                                        <p:tgtEl>
                                          <p:spTgt spid="28"/>
                                        </p:tgtEl>
                                        <p:attrNameLst>
                                          <p:attrName>ppt_x</p:attrName>
                                        </p:attrNameLst>
                                      </p:cBhvr>
                                      <p:tavLst>
                                        <p:tav tm="0">
                                          <p:val>
                                            <p:strVal val="#ppt_x"/>
                                          </p:val>
                                        </p:tav>
                                        <p:tav tm="100000">
                                          <p:val>
                                            <p:strVal val="#ppt_x"/>
                                          </p:val>
                                        </p:tav>
                                      </p:tavLst>
                                    </p:anim>
                                    <p:anim calcmode="lin" valueType="num">
                                      <p:cBhvr additive="base">
                                        <p:cTn id="80" dur="500" fill="hold"/>
                                        <p:tgtEl>
                                          <p:spTgt spid="28"/>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 calcmode="lin" valueType="num">
                                      <p:cBhvr additive="base">
                                        <p:cTn id="83" dur="500" fill="hold"/>
                                        <p:tgtEl>
                                          <p:spTgt spid="27"/>
                                        </p:tgtEl>
                                        <p:attrNameLst>
                                          <p:attrName>ppt_x</p:attrName>
                                        </p:attrNameLst>
                                      </p:cBhvr>
                                      <p:tavLst>
                                        <p:tav tm="0">
                                          <p:val>
                                            <p:strVal val="#ppt_x"/>
                                          </p:val>
                                        </p:tav>
                                        <p:tav tm="100000">
                                          <p:val>
                                            <p:strVal val="#ppt_x"/>
                                          </p:val>
                                        </p:tav>
                                      </p:tavLst>
                                    </p:anim>
                                    <p:anim calcmode="lin" valueType="num">
                                      <p:cBhvr additive="base">
                                        <p:cTn id="84" dur="500" fill="hold"/>
                                        <p:tgtEl>
                                          <p:spTgt spid="27"/>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00" fill="hold"/>
                                        <p:tgtEl>
                                          <p:spTgt spid="25"/>
                                        </p:tgtEl>
                                        <p:attrNameLst>
                                          <p:attrName>ppt_x</p:attrName>
                                        </p:attrNameLst>
                                      </p:cBhvr>
                                      <p:tavLst>
                                        <p:tav tm="0">
                                          <p:val>
                                            <p:strVal val="#ppt_x"/>
                                          </p:val>
                                        </p:tav>
                                        <p:tav tm="100000">
                                          <p:val>
                                            <p:strVal val="#ppt_x"/>
                                          </p:val>
                                        </p:tav>
                                      </p:tavLst>
                                    </p:anim>
                                    <p:anim calcmode="lin" valueType="num">
                                      <p:cBhvr additive="base">
                                        <p:cTn id="88" dur="500" fill="hold"/>
                                        <p:tgtEl>
                                          <p:spTgt spid="25"/>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6"/>
                                        </p:tgtEl>
                                        <p:attrNameLst>
                                          <p:attrName>style.visibility</p:attrName>
                                        </p:attrNameLst>
                                      </p:cBhvr>
                                      <p:to>
                                        <p:strVal val="visible"/>
                                      </p:to>
                                    </p:set>
                                    <p:anim calcmode="lin" valueType="num">
                                      <p:cBhvr additive="base">
                                        <p:cTn id="91" dur="500" fill="hold"/>
                                        <p:tgtEl>
                                          <p:spTgt spid="26"/>
                                        </p:tgtEl>
                                        <p:attrNameLst>
                                          <p:attrName>ppt_x</p:attrName>
                                        </p:attrNameLst>
                                      </p:cBhvr>
                                      <p:tavLst>
                                        <p:tav tm="0">
                                          <p:val>
                                            <p:strVal val="#ppt_x"/>
                                          </p:val>
                                        </p:tav>
                                        <p:tav tm="100000">
                                          <p:val>
                                            <p:strVal val="#ppt_x"/>
                                          </p:val>
                                        </p:tav>
                                      </p:tavLst>
                                    </p:anim>
                                    <p:anim calcmode="lin" valueType="num">
                                      <p:cBhvr additive="base">
                                        <p:cTn id="9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46"/>
                                        </p:tgtEl>
                                        <p:attrNameLst>
                                          <p:attrName>style.visibility</p:attrName>
                                        </p:attrNameLst>
                                      </p:cBhvr>
                                      <p:to>
                                        <p:strVal val="visible"/>
                                      </p:to>
                                    </p:set>
                                    <p:anim calcmode="lin" valueType="num">
                                      <p:cBhvr additive="base">
                                        <p:cTn id="97" dur="500" fill="hold"/>
                                        <p:tgtEl>
                                          <p:spTgt spid="46"/>
                                        </p:tgtEl>
                                        <p:attrNameLst>
                                          <p:attrName>ppt_x</p:attrName>
                                        </p:attrNameLst>
                                      </p:cBhvr>
                                      <p:tavLst>
                                        <p:tav tm="0">
                                          <p:val>
                                            <p:strVal val="#ppt_x"/>
                                          </p:val>
                                        </p:tav>
                                        <p:tav tm="100000">
                                          <p:val>
                                            <p:strVal val="#ppt_x"/>
                                          </p:val>
                                        </p:tav>
                                      </p:tavLst>
                                    </p:anim>
                                    <p:anim calcmode="lin" valueType="num">
                                      <p:cBhvr additive="base">
                                        <p:cTn id="98" dur="500" fill="hold"/>
                                        <p:tgtEl>
                                          <p:spTgt spid="46"/>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45"/>
                                        </p:tgtEl>
                                        <p:attrNameLst>
                                          <p:attrName>style.visibility</p:attrName>
                                        </p:attrNameLst>
                                      </p:cBhvr>
                                      <p:to>
                                        <p:strVal val="visible"/>
                                      </p:to>
                                    </p:set>
                                    <p:anim calcmode="lin" valueType="num">
                                      <p:cBhvr additive="base">
                                        <p:cTn id="101" dur="500" fill="hold"/>
                                        <p:tgtEl>
                                          <p:spTgt spid="45"/>
                                        </p:tgtEl>
                                        <p:attrNameLst>
                                          <p:attrName>ppt_x</p:attrName>
                                        </p:attrNameLst>
                                      </p:cBhvr>
                                      <p:tavLst>
                                        <p:tav tm="0">
                                          <p:val>
                                            <p:strVal val="#ppt_x"/>
                                          </p:val>
                                        </p:tav>
                                        <p:tav tm="100000">
                                          <p:val>
                                            <p:strVal val="#ppt_x"/>
                                          </p:val>
                                        </p:tav>
                                      </p:tavLst>
                                    </p:anim>
                                    <p:anim calcmode="lin" valueType="num">
                                      <p:cBhvr additive="base">
                                        <p:cTn id="102" dur="500" fill="hold"/>
                                        <p:tgtEl>
                                          <p:spTgt spid="45"/>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47"/>
                                        </p:tgtEl>
                                        <p:attrNameLst>
                                          <p:attrName>style.visibility</p:attrName>
                                        </p:attrNameLst>
                                      </p:cBhvr>
                                      <p:to>
                                        <p:strVal val="visible"/>
                                      </p:to>
                                    </p:set>
                                    <p:anim calcmode="lin" valueType="num">
                                      <p:cBhvr additive="base">
                                        <p:cTn id="105" dur="500" fill="hold"/>
                                        <p:tgtEl>
                                          <p:spTgt spid="47"/>
                                        </p:tgtEl>
                                        <p:attrNameLst>
                                          <p:attrName>ppt_x</p:attrName>
                                        </p:attrNameLst>
                                      </p:cBhvr>
                                      <p:tavLst>
                                        <p:tav tm="0">
                                          <p:val>
                                            <p:strVal val="#ppt_x"/>
                                          </p:val>
                                        </p:tav>
                                        <p:tav tm="100000">
                                          <p:val>
                                            <p:strVal val="#ppt_x"/>
                                          </p:val>
                                        </p:tav>
                                      </p:tavLst>
                                    </p:anim>
                                    <p:anim calcmode="lin" valueType="num">
                                      <p:cBhvr additive="base">
                                        <p:cTn id="106" dur="500" fill="hold"/>
                                        <p:tgtEl>
                                          <p:spTgt spid="47"/>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29"/>
                                        </p:tgtEl>
                                        <p:attrNameLst>
                                          <p:attrName>style.visibility</p:attrName>
                                        </p:attrNameLst>
                                      </p:cBhvr>
                                      <p:to>
                                        <p:strVal val="visible"/>
                                      </p:to>
                                    </p:set>
                                    <p:anim calcmode="lin" valueType="num">
                                      <p:cBhvr additive="base">
                                        <p:cTn id="109" dur="500" fill="hold"/>
                                        <p:tgtEl>
                                          <p:spTgt spid="29"/>
                                        </p:tgtEl>
                                        <p:attrNameLst>
                                          <p:attrName>ppt_x</p:attrName>
                                        </p:attrNameLst>
                                      </p:cBhvr>
                                      <p:tavLst>
                                        <p:tav tm="0">
                                          <p:val>
                                            <p:strVal val="#ppt_x"/>
                                          </p:val>
                                        </p:tav>
                                        <p:tav tm="100000">
                                          <p:val>
                                            <p:strVal val="#ppt_x"/>
                                          </p:val>
                                        </p:tav>
                                      </p:tavLst>
                                    </p:anim>
                                    <p:anim calcmode="lin" valueType="num">
                                      <p:cBhvr additive="base">
                                        <p:cTn id="11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0" grpId="0" animBg="1"/>
      <p:bldP spid="31" grpId="0"/>
      <p:bldP spid="32" grpId="0" animBg="1"/>
      <p:bldP spid="33" grpId="0" animBg="1"/>
      <p:bldP spid="34" grpId="0"/>
      <p:bldP spid="35" grpId="0"/>
      <p:bldP spid="36" grpId="0" animBg="1"/>
      <p:bldP spid="37" grpId="0" animBg="1"/>
      <p:bldP spid="38" grpId="0"/>
      <p:bldP spid="39" grpId="0" animBg="1"/>
      <p:bldP spid="40" grpId="0" animBg="1"/>
      <p:bldP spid="41" grpId="0"/>
      <p:bldP spid="42" grpId="0"/>
      <p:bldP spid="43" grpId="0"/>
      <p:bldP spid="44" grpId="0"/>
      <p:bldP spid="25" grpId="0"/>
      <p:bldP spid="26" grpId="0" animBg="1"/>
      <p:bldP spid="27" grpId="0" animBg="1"/>
      <p:bldP spid="28" grpId="0"/>
      <p:bldP spid="29" grpId="0" animBg="1"/>
      <p:bldP spid="45" grpId="0" animBg="1"/>
      <p:bldP spid="46" grpId="0"/>
      <p:bldP spid="4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1.1 TỔNG QUAN HỆ ĐIỀU HÀNH ANDROID</a:t>
            </a:r>
            <a:endParaRPr lang="vi-VN" sz="3600" b="1" kern="0">
              <a:solidFill>
                <a:schemeClr val="bg1"/>
              </a:solidFill>
            </a:endParaRPr>
          </a:p>
        </p:txBody>
      </p:sp>
    </p:spTree>
    <p:extLst>
      <p:ext uri="{BB962C8B-B14F-4D97-AF65-F5344CB8AC3E}">
        <p14:creationId xmlns:p14="http://schemas.microsoft.com/office/powerpoint/2010/main" val="3037575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 TỔNG QUAN HỆ ĐIỀU HÀNH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81000" y="1143000"/>
            <a:ext cx="7772400" cy="4457952"/>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Hệ điều hành dựa trên hệ điều hành Linux</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Được tùy biến cho thiết bị di động và những hệ thống nhúng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Android được phát triển và hỗ trợ bởi liên minh OHA (Open Handset Allien) gồm nhiều công ty phần cứng, phần mềm và dịch vụ: Google, HTC, LG, Samsung, Motorola, Sprint, T-Mobile, NVIDIA, Intel, Broadcom, Qualcom,…</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Có 2 phiên bản song song: Android &amp; Google API</a:t>
            </a:r>
          </a:p>
        </p:txBody>
      </p:sp>
    </p:spTree>
    <p:extLst>
      <p:ext uri="{BB962C8B-B14F-4D97-AF65-F5344CB8AC3E}">
        <p14:creationId xmlns:p14="http://schemas.microsoft.com/office/powerpoint/2010/main" val="3781611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1.1 TỔNG QUAN HỆ ĐIỀU HÀNH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5</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507724" y="1536920"/>
            <a:ext cx="7772400" cy="5011949"/>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Multithread</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Web ready (html5, css3, javascript, flash)</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Open GL</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Java</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Multitouch</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Media (full HD video, mpeg4, H.264, mp3,…)</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Wifi, 3G, Bluetooth,…</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GPS</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Sensors</a:t>
            </a:r>
          </a:p>
        </p:txBody>
      </p:sp>
      <p:sp>
        <p:nvSpPr>
          <p:cNvPr id="8" name="TextBox 7">
            <a:extLst>
              <a:ext uri="{FF2B5EF4-FFF2-40B4-BE49-F238E27FC236}">
                <a16:creationId xmlns:a16="http://schemas.microsoft.com/office/drawing/2014/main" id="{F1B64F30-82F3-4BD6-9FA2-8803BF6357FA}"/>
              </a:ext>
            </a:extLst>
          </p:cNvPr>
          <p:cNvSpPr txBox="1"/>
          <p:nvPr/>
        </p:nvSpPr>
        <p:spPr>
          <a:xfrm>
            <a:off x="152400" y="1038812"/>
            <a:ext cx="5638800" cy="461665"/>
          </a:xfrm>
          <a:prstGeom prst="rect">
            <a:avLst/>
          </a:prstGeom>
          <a:noFill/>
        </p:spPr>
        <p:txBody>
          <a:bodyPr wrap="square" rtlCol="0">
            <a:spAutoFit/>
          </a:bodyPr>
          <a:lstStyle/>
          <a:p>
            <a:pPr algn="l"/>
            <a:r>
              <a:rPr lang="en-US" b="1" i="1">
                <a:solidFill>
                  <a:schemeClr val="accent4">
                    <a:lumMod val="90000"/>
                    <a:lumOff val="10000"/>
                  </a:schemeClr>
                </a:solidFill>
                <a:latin typeface="Times New Roman" panose="02020603050405020304" pitchFamily="18" charset="0"/>
                <a:cs typeface="Times New Roman" panose="02020603050405020304" pitchFamily="18" charset="0"/>
              </a:rPr>
              <a:t> Các đặc điểm nổi bật</a:t>
            </a:r>
          </a:p>
        </p:txBody>
      </p:sp>
    </p:spTree>
    <p:extLst>
      <p:ext uri="{BB962C8B-B14F-4D97-AF65-F5344CB8AC3E}">
        <p14:creationId xmlns:p14="http://schemas.microsoft.com/office/powerpoint/2010/main" val="3602761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1.2 GIỚI THIỆU VÀ CÀI ĐẶT ANDROID STUDIO</a:t>
            </a:r>
            <a:endParaRPr lang="vi-VN" sz="3600" b="1" kern="0">
              <a:solidFill>
                <a:schemeClr val="bg1"/>
              </a:solidFill>
            </a:endParaRPr>
          </a:p>
        </p:txBody>
      </p:sp>
    </p:spTree>
    <p:extLst>
      <p:ext uri="{BB962C8B-B14F-4D97-AF65-F5344CB8AC3E}">
        <p14:creationId xmlns:p14="http://schemas.microsoft.com/office/powerpoint/2010/main" val="1787279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GIỚI THIỆU ANDROID STUDIO</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7</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076153"/>
            <a:ext cx="7772400" cy="5011949"/>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Hiện nay, đang có rất nhiều công cụ giúp nền tảng Android có thể phát triển. </a:t>
            </a:r>
            <a:r>
              <a:rPr lang="en-US">
                <a:solidFill>
                  <a:schemeClr val="accent4">
                    <a:lumMod val="90000"/>
                    <a:lumOff val="10000"/>
                  </a:schemeClr>
                </a:solidFill>
                <a:latin typeface="Times New Roman" panose="02020603050405020304" pitchFamily="18" charset="0"/>
                <a:cs typeface="Times New Roman" panose="02020603050405020304" pitchFamily="18" charset="0"/>
              </a:rPr>
              <a:t>Tuy nhiên, </a:t>
            </a:r>
            <a:r>
              <a:rPr lang="vi-VN">
                <a:solidFill>
                  <a:schemeClr val="accent4">
                    <a:lumMod val="90000"/>
                    <a:lumOff val="10000"/>
                  </a:schemeClr>
                </a:solidFill>
                <a:latin typeface="Times New Roman" panose="02020603050405020304" pitchFamily="18" charset="0"/>
                <a:cs typeface="Times New Roman" panose="02020603050405020304" pitchFamily="18" charset="0"/>
              </a:rPr>
              <a:t>công cụ được sử dụng nhiều nhất và mạnh mẽ nhất chính là Android Studio</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Android Studio là IDE </a:t>
            </a:r>
            <a:r>
              <a:rPr lang="vi-VN">
                <a:solidFill>
                  <a:schemeClr val="accent4">
                    <a:lumMod val="90000"/>
                    <a:lumOff val="10000"/>
                  </a:schemeClr>
                </a:solidFill>
                <a:latin typeface="Times New Roman" panose="02020603050405020304" pitchFamily="18" charset="0"/>
                <a:cs typeface="Times New Roman" panose="02020603050405020304" pitchFamily="18" charset="0"/>
              </a:rPr>
              <a:t>được sử dụng trong phát triển ứng dụng Android dựa trên IntelliJ IDEA</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Android Studio cung cấp các giao diện giúp người dùng có thể tạo các ứng dụng và xử lý các công cụ file phức tạp</a:t>
            </a:r>
          </a:p>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Android Studio cung cấp quyền truy cập vào Android SDK.</a:t>
            </a:r>
          </a:p>
        </p:txBody>
      </p:sp>
    </p:spTree>
    <p:extLst>
      <p:ext uri="{BB962C8B-B14F-4D97-AF65-F5344CB8AC3E}">
        <p14:creationId xmlns:p14="http://schemas.microsoft.com/office/powerpoint/2010/main" val="3971557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1.2.1 GIỚI THIỆU ANDROID STUDIO</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8</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066800"/>
            <a:ext cx="7772400" cy="4457952"/>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Đa dạng ngôn ngữ được sử dụng trong Android Studio</a:t>
            </a:r>
            <a:r>
              <a:rPr lang="en-US">
                <a:solidFill>
                  <a:schemeClr val="accent4">
                    <a:lumMod val="90000"/>
                    <a:lumOff val="10000"/>
                  </a:schemeClr>
                </a:solidFill>
                <a:latin typeface="Times New Roman" panose="02020603050405020304" pitchFamily="18" charset="0"/>
                <a:cs typeface="Times New Roman" panose="02020603050405020304" pitchFamily="18" charset="0"/>
              </a:rPr>
              <a:t> như Java, Kotlin</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Được sự phát triển và nâng cấp rất mạnh mẽ từ Google</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Cung cấp cơ chế máy ảo AVD giúp vừa phát triển mã nguồn vừa chạy thử ứng dụng</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Cung cấp các cơ chế bắt lỗi và sửa lỗi</a:t>
            </a:r>
          </a:p>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Cung cấp cơ chế hoàn thành nhanh các câu lệnh, trong trường hợp người dùng không nhớ chính xác cú pháp</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5160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CÁCH CÀI ĐẶT ANDROID STUDIO</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9</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304800" y="1295400"/>
            <a:ext cx="7772400" cy="1446550"/>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Việc cài đặt Android Studio bạn sẽ được nhận thêm Android SDK, SDK manager, và nhiều công cụ kèm theo khác</a:t>
            </a:r>
          </a:p>
          <a:p>
            <a:pPr marL="342900" indent="-342900" algn="l">
              <a:buClr>
                <a:srgbClr val="FF0000"/>
              </a:buClr>
              <a:buFont typeface="Arial" panose="020B0604020202020204" pitchFamily="34" charset="0"/>
              <a:buChar cha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Công cụ bạn phải cài thêm duy nhất là Java Development Kit để thực thi ngôn ngữ Java </a:t>
            </a:r>
          </a:p>
        </p:txBody>
      </p:sp>
      <p:sp>
        <p:nvSpPr>
          <p:cNvPr id="6" name="TextBox 5">
            <a:extLst>
              <a:ext uri="{FF2B5EF4-FFF2-40B4-BE49-F238E27FC236}">
                <a16:creationId xmlns:a16="http://schemas.microsoft.com/office/drawing/2014/main" id="{6C7BE0C2-E53D-4B3D-BD4A-D5F2613A2A33}"/>
              </a:ext>
            </a:extLst>
          </p:cNvPr>
          <p:cNvSpPr txBox="1"/>
          <p:nvPr/>
        </p:nvSpPr>
        <p:spPr>
          <a:xfrm>
            <a:off x="304800" y="3223499"/>
            <a:ext cx="3048000" cy="2123658"/>
          </a:xfrm>
          <a:prstGeom prst="rect">
            <a:avLst/>
          </a:prstGeom>
          <a:noFill/>
        </p:spPr>
        <p:txBody>
          <a:bodyPr wrap="square" rtlCol="0">
            <a:spAutoFit/>
          </a:bodyPr>
          <a:lstStyle/>
          <a:p>
            <a:pPr algn="l">
              <a:buClr>
                <a:srgbClr val="FF0000"/>
              </a:buCl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Bước 1: Truy cập trang web</a:t>
            </a:r>
          </a:p>
          <a:p>
            <a:pPr algn="l">
              <a:buClr>
                <a:srgbClr val="FF0000"/>
              </a:buCl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hlinkClick r:id="rId2"/>
              </a:rPr>
              <a:t>https://developer.android.com/studio</a:t>
            </a:r>
            <a:endParaRPr lang="fr-FR" sz="2200">
              <a:solidFill>
                <a:schemeClr val="accent4">
                  <a:lumMod val="90000"/>
                  <a:lumOff val="10000"/>
                </a:schemeClr>
              </a:solidFill>
              <a:latin typeface="Times New Roman" panose="02020603050405020304" pitchFamily="18" charset="0"/>
              <a:cs typeface="Times New Roman" panose="02020603050405020304" pitchFamily="18" charset="0"/>
            </a:endParaRPr>
          </a:p>
          <a:p>
            <a:pPr algn="l">
              <a:buClr>
                <a:srgbClr val="FF0000"/>
              </a:buCl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chọn phiên bản phù hợp với hệ điều hành của bạn</a:t>
            </a:r>
          </a:p>
        </p:txBody>
      </p:sp>
      <p:pic>
        <p:nvPicPr>
          <p:cNvPr id="5" name="Picture 4" descr="Text&#10;&#10;Description automatically generated">
            <a:extLst>
              <a:ext uri="{FF2B5EF4-FFF2-40B4-BE49-F238E27FC236}">
                <a16:creationId xmlns:a16="http://schemas.microsoft.com/office/drawing/2014/main" id="{2B5B533D-235B-4DE4-851C-7B819383B3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85325" y="2937074"/>
            <a:ext cx="5758676" cy="2930326"/>
          </a:xfrm>
          <a:prstGeom prst="rect">
            <a:avLst/>
          </a:prstGeom>
        </p:spPr>
      </p:pic>
    </p:spTree>
    <p:extLst>
      <p:ext uri="{BB962C8B-B14F-4D97-AF65-F5344CB8AC3E}">
        <p14:creationId xmlns:p14="http://schemas.microsoft.com/office/powerpoint/2010/main" val="2093610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CÁCH CÀI ĐẶT ANDROID STUDIO</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10</a:t>
            </a:fld>
            <a:endParaRPr lang="en-US"/>
          </a:p>
        </p:txBody>
      </p:sp>
      <p:sp>
        <p:nvSpPr>
          <p:cNvPr id="6" name="TextBox 5">
            <a:extLst>
              <a:ext uri="{FF2B5EF4-FFF2-40B4-BE49-F238E27FC236}">
                <a16:creationId xmlns:a16="http://schemas.microsoft.com/office/drawing/2014/main" id="{6C7BE0C2-E53D-4B3D-BD4A-D5F2613A2A33}"/>
              </a:ext>
            </a:extLst>
          </p:cNvPr>
          <p:cNvSpPr txBox="1"/>
          <p:nvPr/>
        </p:nvSpPr>
        <p:spPr>
          <a:xfrm>
            <a:off x="276225" y="1066800"/>
            <a:ext cx="8591550" cy="430887"/>
          </a:xfrm>
          <a:prstGeom prst="rect">
            <a:avLst/>
          </a:prstGeom>
          <a:noFill/>
        </p:spPr>
        <p:txBody>
          <a:bodyPr wrap="square" rtlCol="0">
            <a:spAutoFit/>
          </a:bodyPr>
          <a:lstStyle/>
          <a:p>
            <a:pPr algn="l">
              <a:buClr>
                <a:srgbClr val="FF0000"/>
              </a:buCl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Bước 2: Đồng ý điều khoản và tải bản cài đặt</a:t>
            </a:r>
          </a:p>
        </p:txBody>
      </p:sp>
      <p:pic>
        <p:nvPicPr>
          <p:cNvPr id="8" name="Picture 7" descr="Text&#10;&#10;Description automatically generated">
            <a:extLst>
              <a:ext uri="{FF2B5EF4-FFF2-40B4-BE49-F238E27FC236}">
                <a16:creationId xmlns:a16="http://schemas.microsoft.com/office/drawing/2014/main" id="{BE557F63-2660-48FF-9433-24EEA491C7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729" y="1595116"/>
            <a:ext cx="8503120" cy="4238273"/>
          </a:xfrm>
          <a:prstGeom prst="rect">
            <a:avLst/>
          </a:prstGeom>
        </p:spPr>
      </p:pic>
    </p:spTree>
    <p:extLst>
      <p:ext uri="{BB962C8B-B14F-4D97-AF65-F5344CB8AC3E}">
        <p14:creationId xmlns:p14="http://schemas.microsoft.com/office/powerpoint/2010/main" val="1811002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CÁCH CÀI ĐẶT ANDROID STUDIO</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11</a:t>
            </a:fld>
            <a:endParaRPr lang="en-US"/>
          </a:p>
        </p:txBody>
      </p:sp>
      <p:sp>
        <p:nvSpPr>
          <p:cNvPr id="6" name="TextBox 5">
            <a:extLst>
              <a:ext uri="{FF2B5EF4-FFF2-40B4-BE49-F238E27FC236}">
                <a16:creationId xmlns:a16="http://schemas.microsoft.com/office/drawing/2014/main" id="{6C7BE0C2-E53D-4B3D-BD4A-D5F2613A2A33}"/>
              </a:ext>
            </a:extLst>
          </p:cNvPr>
          <p:cNvSpPr txBox="1"/>
          <p:nvPr/>
        </p:nvSpPr>
        <p:spPr>
          <a:xfrm>
            <a:off x="276225" y="1066800"/>
            <a:ext cx="8591550" cy="430887"/>
          </a:xfrm>
          <a:prstGeom prst="rect">
            <a:avLst/>
          </a:prstGeom>
          <a:noFill/>
        </p:spPr>
        <p:txBody>
          <a:bodyPr wrap="square" rtlCol="0">
            <a:spAutoFit/>
          </a:bodyPr>
          <a:lstStyle/>
          <a:p>
            <a:pPr algn="l">
              <a:buClr>
                <a:srgbClr val="FF0000"/>
              </a:buCl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Bước 3: Mở file cài đặt và nhấn Next</a:t>
            </a:r>
          </a:p>
        </p:txBody>
      </p:sp>
      <p:pic>
        <p:nvPicPr>
          <p:cNvPr id="5" name="Picture 4" descr="Graphical user interface, application&#10;&#10;Description automatically generated">
            <a:extLst>
              <a:ext uri="{FF2B5EF4-FFF2-40B4-BE49-F238E27FC236}">
                <a16:creationId xmlns:a16="http://schemas.microsoft.com/office/drawing/2014/main" id="{38E48120-16CE-4802-87AA-5EE0DBF7DF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497687"/>
            <a:ext cx="7696200" cy="5160063"/>
          </a:xfrm>
          <a:prstGeom prst="rect">
            <a:avLst/>
          </a:prstGeom>
        </p:spPr>
      </p:pic>
    </p:spTree>
    <p:extLst>
      <p:ext uri="{BB962C8B-B14F-4D97-AF65-F5344CB8AC3E}">
        <p14:creationId xmlns:p14="http://schemas.microsoft.com/office/powerpoint/2010/main" val="1525635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CÁCH CÀI ĐẶT ANDROID STUDIO</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12</a:t>
            </a:fld>
            <a:endParaRPr lang="en-US"/>
          </a:p>
        </p:txBody>
      </p:sp>
      <p:sp>
        <p:nvSpPr>
          <p:cNvPr id="6" name="TextBox 5">
            <a:extLst>
              <a:ext uri="{FF2B5EF4-FFF2-40B4-BE49-F238E27FC236}">
                <a16:creationId xmlns:a16="http://schemas.microsoft.com/office/drawing/2014/main" id="{6C7BE0C2-E53D-4B3D-BD4A-D5F2613A2A33}"/>
              </a:ext>
            </a:extLst>
          </p:cNvPr>
          <p:cNvSpPr txBox="1"/>
          <p:nvPr/>
        </p:nvSpPr>
        <p:spPr>
          <a:xfrm>
            <a:off x="276225" y="1066800"/>
            <a:ext cx="8591550" cy="430887"/>
          </a:xfrm>
          <a:prstGeom prst="rect">
            <a:avLst/>
          </a:prstGeom>
          <a:noFill/>
        </p:spPr>
        <p:txBody>
          <a:bodyPr wrap="square" rtlCol="0">
            <a:spAutoFit/>
          </a:bodyPr>
          <a:lstStyle/>
          <a:p>
            <a:pPr algn="l">
              <a:buClr>
                <a:srgbClr val="FF0000"/>
              </a:buCl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Bước 4: Nhấn Next để cài Android studio và AVD</a:t>
            </a:r>
          </a:p>
        </p:txBody>
      </p:sp>
      <p:pic>
        <p:nvPicPr>
          <p:cNvPr id="5" name="Picture 4" descr="Graphical user interface, text, application&#10;&#10;Description automatically generated">
            <a:extLst>
              <a:ext uri="{FF2B5EF4-FFF2-40B4-BE49-F238E27FC236}">
                <a16:creationId xmlns:a16="http://schemas.microsoft.com/office/drawing/2014/main" id="{68373BBF-932C-44FD-AADA-F979CC621F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826" y="1497686"/>
            <a:ext cx="6241774" cy="4884169"/>
          </a:xfrm>
          <a:prstGeom prst="rect">
            <a:avLst/>
          </a:prstGeom>
        </p:spPr>
      </p:pic>
    </p:spTree>
    <p:extLst>
      <p:ext uri="{BB962C8B-B14F-4D97-AF65-F5344CB8AC3E}">
        <p14:creationId xmlns:p14="http://schemas.microsoft.com/office/powerpoint/2010/main" val="1352931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CÁCH CÀI ĐẶT ANDROID STUDIO</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13</a:t>
            </a:fld>
            <a:endParaRPr lang="en-US"/>
          </a:p>
        </p:txBody>
      </p:sp>
      <p:sp>
        <p:nvSpPr>
          <p:cNvPr id="6" name="TextBox 5">
            <a:extLst>
              <a:ext uri="{FF2B5EF4-FFF2-40B4-BE49-F238E27FC236}">
                <a16:creationId xmlns:a16="http://schemas.microsoft.com/office/drawing/2014/main" id="{6C7BE0C2-E53D-4B3D-BD4A-D5F2613A2A33}"/>
              </a:ext>
            </a:extLst>
          </p:cNvPr>
          <p:cNvSpPr txBox="1"/>
          <p:nvPr/>
        </p:nvSpPr>
        <p:spPr>
          <a:xfrm>
            <a:off x="276225" y="1066800"/>
            <a:ext cx="8591550" cy="430887"/>
          </a:xfrm>
          <a:prstGeom prst="rect">
            <a:avLst/>
          </a:prstGeom>
          <a:noFill/>
        </p:spPr>
        <p:txBody>
          <a:bodyPr wrap="square" rtlCol="0">
            <a:spAutoFit/>
          </a:bodyPr>
          <a:lstStyle/>
          <a:p>
            <a:pPr algn="l">
              <a:buClr>
                <a:srgbClr val="FF0000"/>
              </a:buCl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Bước 5: Chọn nơi lưu trữ thư mục vài đặt và nhấn Next</a:t>
            </a:r>
          </a:p>
        </p:txBody>
      </p:sp>
      <p:pic>
        <p:nvPicPr>
          <p:cNvPr id="7" name="Picture 6" descr="Graphical user interface, text, application&#10;&#10;Description automatically generated">
            <a:extLst>
              <a:ext uri="{FF2B5EF4-FFF2-40B4-BE49-F238E27FC236}">
                <a16:creationId xmlns:a16="http://schemas.microsoft.com/office/drawing/2014/main" id="{1BFEC23B-7D03-445D-A4B0-09131ACA41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497687"/>
            <a:ext cx="6400800" cy="4911464"/>
          </a:xfrm>
          <a:prstGeom prst="rect">
            <a:avLst/>
          </a:prstGeom>
        </p:spPr>
      </p:pic>
    </p:spTree>
    <p:extLst>
      <p:ext uri="{BB962C8B-B14F-4D97-AF65-F5344CB8AC3E}">
        <p14:creationId xmlns:p14="http://schemas.microsoft.com/office/powerpoint/2010/main" val="447602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CÁCH CÀI ĐẶT ANDROID STUDIO</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14</a:t>
            </a:fld>
            <a:endParaRPr lang="en-US"/>
          </a:p>
        </p:txBody>
      </p:sp>
      <p:sp>
        <p:nvSpPr>
          <p:cNvPr id="6" name="TextBox 5">
            <a:extLst>
              <a:ext uri="{FF2B5EF4-FFF2-40B4-BE49-F238E27FC236}">
                <a16:creationId xmlns:a16="http://schemas.microsoft.com/office/drawing/2014/main" id="{6C7BE0C2-E53D-4B3D-BD4A-D5F2613A2A33}"/>
              </a:ext>
            </a:extLst>
          </p:cNvPr>
          <p:cNvSpPr txBox="1"/>
          <p:nvPr/>
        </p:nvSpPr>
        <p:spPr>
          <a:xfrm>
            <a:off x="276225" y="1066800"/>
            <a:ext cx="8591550" cy="430887"/>
          </a:xfrm>
          <a:prstGeom prst="rect">
            <a:avLst/>
          </a:prstGeom>
          <a:noFill/>
        </p:spPr>
        <p:txBody>
          <a:bodyPr wrap="square" rtlCol="0">
            <a:spAutoFit/>
          </a:bodyPr>
          <a:lstStyle/>
          <a:p>
            <a:pPr algn="l">
              <a:buClr>
                <a:srgbClr val="FF0000"/>
              </a:buCl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Bước 6: Nhấn “Install” để bắt đầu cài đặt</a:t>
            </a:r>
          </a:p>
        </p:txBody>
      </p:sp>
      <p:pic>
        <p:nvPicPr>
          <p:cNvPr id="5" name="Picture 4" descr="Graphical user interface, text, application, email&#10;&#10;Description automatically generated">
            <a:extLst>
              <a:ext uri="{FF2B5EF4-FFF2-40B4-BE49-F238E27FC236}">
                <a16:creationId xmlns:a16="http://schemas.microsoft.com/office/drawing/2014/main" id="{9B5DEC65-CA93-4F7B-8EA2-EB13014178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523894"/>
            <a:ext cx="5738357" cy="4442845"/>
          </a:xfrm>
          <a:prstGeom prst="rect">
            <a:avLst/>
          </a:prstGeom>
        </p:spPr>
      </p:pic>
    </p:spTree>
    <p:extLst>
      <p:ext uri="{BB962C8B-B14F-4D97-AF65-F5344CB8AC3E}">
        <p14:creationId xmlns:p14="http://schemas.microsoft.com/office/powerpoint/2010/main" val="2797518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CÁCH CÀI ĐẶT ANDROID STUDIO</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15</a:t>
            </a:fld>
            <a:endParaRPr lang="en-US"/>
          </a:p>
        </p:txBody>
      </p:sp>
      <p:sp>
        <p:nvSpPr>
          <p:cNvPr id="6" name="TextBox 5">
            <a:extLst>
              <a:ext uri="{FF2B5EF4-FFF2-40B4-BE49-F238E27FC236}">
                <a16:creationId xmlns:a16="http://schemas.microsoft.com/office/drawing/2014/main" id="{6C7BE0C2-E53D-4B3D-BD4A-D5F2613A2A33}"/>
              </a:ext>
            </a:extLst>
          </p:cNvPr>
          <p:cNvSpPr txBox="1"/>
          <p:nvPr/>
        </p:nvSpPr>
        <p:spPr>
          <a:xfrm>
            <a:off x="276225" y="1066800"/>
            <a:ext cx="8591550" cy="430887"/>
          </a:xfrm>
          <a:prstGeom prst="rect">
            <a:avLst/>
          </a:prstGeom>
          <a:noFill/>
        </p:spPr>
        <p:txBody>
          <a:bodyPr wrap="square" rtlCol="0">
            <a:spAutoFit/>
          </a:bodyPr>
          <a:lstStyle/>
          <a:p>
            <a:pPr algn="l">
              <a:buClr>
                <a:srgbClr val="FF0000"/>
              </a:buCl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Bước 7: Tiến hành cài đặt thêm Android SDK</a:t>
            </a:r>
          </a:p>
        </p:txBody>
      </p:sp>
      <p:pic>
        <p:nvPicPr>
          <p:cNvPr id="7" name="Picture 6" descr="Graphical user interface, text, application&#10;&#10;Description automatically generated">
            <a:extLst>
              <a:ext uri="{FF2B5EF4-FFF2-40B4-BE49-F238E27FC236}">
                <a16:creationId xmlns:a16="http://schemas.microsoft.com/office/drawing/2014/main" id="{13407374-6303-43A8-941C-E8F20D0D4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225" y="1497687"/>
            <a:ext cx="6505575" cy="4895610"/>
          </a:xfrm>
          <a:prstGeom prst="rect">
            <a:avLst/>
          </a:prstGeom>
        </p:spPr>
      </p:pic>
    </p:spTree>
    <p:extLst>
      <p:ext uri="{BB962C8B-B14F-4D97-AF65-F5344CB8AC3E}">
        <p14:creationId xmlns:p14="http://schemas.microsoft.com/office/powerpoint/2010/main" val="816916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CÁCH CÀI ĐẶT ANDROID STUDIO</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16</a:t>
            </a:fld>
            <a:endParaRPr lang="en-US"/>
          </a:p>
        </p:txBody>
      </p:sp>
      <p:sp>
        <p:nvSpPr>
          <p:cNvPr id="6" name="TextBox 5">
            <a:extLst>
              <a:ext uri="{FF2B5EF4-FFF2-40B4-BE49-F238E27FC236}">
                <a16:creationId xmlns:a16="http://schemas.microsoft.com/office/drawing/2014/main" id="{6C7BE0C2-E53D-4B3D-BD4A-D5F2613A2A33}"/>
              </a:ext>
            </a:extLst>
          </p:cNvPr>
          <p:cNvSpPr txBox="1"/>
          <p:nvPr/>
        </p:nvSpPr>
        <p:spPr>
          <a:xfrm>
            <a:off x="276225" y="1066800"/>
            <a:ext cx="8591550" cy="769441"/>
          </a:xfrm>
          <a:prstGeom prst="rect">
            <a:avLst/>
          </a:prstGeom>
          <a:noFill/>
        </p:spPr>
        <p:txBody>
          <a:bodyPr wrap="square" rtlCol="0">
            <a:spAutoFit/>
          </a:bodyPr>
          <a:lstStyle/>
          <a:p>
            <a:pPr algn="l">
              <a:buClr>
                <a:srgbClr val="FF0000"/>
              </a:buCl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Bước 8: Chương trình sẽ tìm bản Android SDK phù hợp. Nhấn finish để quá trình cài đặt diễn ra</a:t>
            </a:r>
          </a:p>
        </p:txBody>
      </p:sp>
      <p:pic>
        <p:nvPicPr>
          <p:cNvPr id="5" name="Picture 4" descr="Graphical user interface, text, application, email&#10;&#10;Description automatically generated">
            <a:extLst>
              <a:ext uri="{FF2B5EF4-FFF2-40B4-BE49-F238E27FC236}">
                <a16:creationId xmlns:a16="http://schemas.microsoft.com/office/drawing/2014/main" id="{2C3BCBED-6D5E-4A57-83C9-1794A72E07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6859" y="1894122"/>
            <a:ext cx="5966977" cy="4625741"/>
          </a:xfrm>
          <a:prstGeom prst="rect">
            <a:avLst/>
          </a:prstGeom>
        </p:spPr>
      </p:pic>
    </p:spTree>
    <p:extLst>
      <p:ext uri="{BB962C8B-B14F-4D97-AF65-F5344CB8AC3E}">
        <p14:creationId xmlns:p14="http://schemas.microsoft.com/office/powerpoint/2010/main" val="2070066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1.2.2 CÁCH CÀI ĐẶT ANDROID STUDIO</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17</a:t>
            </a:fld>
            <a:endParaRPr lang="en-US"/>
          </a:p>
        </p:txBody>
      </p:sp>
      <p:sp>
        <p:nvSpPr>
          <p:cNvPr id="6" name="TextBox 5">
            <a:extLst>
              <a:ext uri="{FF2B5EF4-FFF2-40B4-BE49-F238E27FC236}">
                <a16:creationId xmlns:a16="http://schemas.microsoft.com/office/drawing/2014/main" id="{6C7BE0C2-E53D-4B3D-BD4A-D5F2613A2A33}"/>
              </a:ext>
            </a:extLst>
          </p:cNvPr>
          <p:cNvSpPr txBox="1"/>
          <p:nvPr/>
        </p:nvSpPr>
        <p:spPr>
          <a:xfrm>
            <a:off x="276225" y="1066800"/>
            <a:ext cx="8591550" cy="769441"/>
          </a:xfrm>
          <a:prstGeom prst="rect">
            <a:avLst/>
          </a:prstGeom>
          <a:noFill/>
        </p:spPr>
        <p:txBody>
          <a:bodyPr wrap="square" rtlCol="0">
            <a:spAutoFit/>
          </a:bodyPr>
          <a:lstStyle/>
          <a:p>
            <a:pPr algn="l">
              <a:buClr>
                <a:srgbClr val="FF0000"/>
              </a:buClr>
            </a:pPr>
            <a:r>
              <a:rPr lang="fr-FR" sz="2200">
                <a:solidFill>
                  <a:schemeClr val="accent4">
                    <a:lumMod val="90000"/>
                    <a:lumOff val="10000"/>
                  </a:schemeClr>
                </a:solidFill>
                <a:latin typeface="Times New Roman" panose="02020603050405020304" pitchFamily="18" charset="0"/>
                <a:cs typeface="Times New Roman" panose="02020603050405020304" pitchFamily="18" charset="0"/>
              </a:rPr>
              <a:t>Bước 9: Sau khi chương trình cài đặt thành công. Nhấn finish để mở Android Studio</a:t>
            </a:r>
          </a:p>
        </p:txBody>
      </p:sp>
      <p:pic>
        <p:nvPicPr>
          <p:cNvPr id="7" name="Picture 6" descr="Graphical user interface, text, application&#10;&#10;Description automatically generated">
            <a:extLst>
              <a:ext uri="{FF2B5EF4-FFF2-40B4-BE49-F238E27FC236}">
                <a16:creationId xmlns:a16="http://schemas.microsoft.com/office/drawing/2014/main" id="{ED153175-377F-4E60-85CB-A14232BC2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225" y="1893765"/>
            <a:ext cx="6043184" cy="4435224"/>
          </a:xfrm>
          <a:prstGeom prst="rect">
            <a:avLst/>
          </a:prstGeom>
        </p:spPr>
      </p:pic>
    </p:spTree>
    <p:extLst>
      <p:ext uri="{BB962C8B-B14F-4D97-AF65-F5344CB8AC3E}">
        <p14:creationId xmlns:p14="http://schemas.microsoft.com/office/powerpoint/2010/main" val="863528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1.3 THÀNH PHẦN CHÍNH CỦA ỨNG DỤNG ANDROID</a:t>
            </a:r>
            <a:endParaRPr lang="vi-VN" sz="3600" b="1" kern="0">
              <a:solidFill>
                <a:schemeClr val="bg1"/>
              </a:solidFill>
            </a:endParaRPr>
          </a:p>
        </p:txBody>
      </p:sp>
    </p:spTree>
    <p:extLst>
      <p:ext uri="{BB962C8B-B14F-4D97-AF65-F5344CB8AC3E}">
        <p14:creationId xmlns:p14="http://schemas.microsoft.com/office/powerpoint/2010/main" val="777601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ỨNG DỤNG ANDROID</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19</a:t>
            </a:fld>
            <a:endParaRPr lang="en-US"/>
          </a:p>
        </p:txBody>
      </p:sp>
      <p:sp>
        <p:nvSpPr>
          <p:cNvPr id="7" name="TextBox 6">
            <a:extLst>
              <a:ext uri="{FF2B5EF4-FFF2-40B4-BE49-F238E27FC236}">
                <a16:creationId xmlns:a16="http://schemas.microsoft.com/office/drawing/2014/main" id="{BC47B393-5FE7-4B91-BF5C-D18FFB821917}"/>
              </a:ext>
            </a:extLst>
          </p:cNvPr>
          <p:cNvSpPr txBox="1"/>
          <p:nvPr/>
        </p:nvSpPr>
        <p:spPr>
          <a:xfrm>
            <a:off x="228600" y="1066800"/>
            <a:ext cx="7772400" cy="4807535"/>
          </a:xfrm>
          <a:prstGeom prst="rect">
            <a:avLst/>
          </a:prstGeom>
          <a:noFill/>
        </p:spPr>
        <p:txBody>
          <a:bodyPr wrap="square" rtlCol="0">
            <a:spAutoFit/>
          </a:bodyPr>
          <a:lstStyle/>
          <a:p>
            <a:pPr marL="342900"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Mỗi ứng dụng android đều chạy trên một tiến trình riêng trong một máy ảo riêng biệt</a:t>
            </a:r>
          </a:p>
          <a:p>
            <a:pPr marL="342900" indent="-342900" algn="l">
              <a:lnSpc>
                <a:spcPct val="150000"/>
              </a:lnSpc>
              <a:spcBef>
                <a:spcPts val="600"/>
              </a:spcBef>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Mỗi ứng dụng android là tập hợp các class, mỗi class có mục đích cụ thể. Hệ điều hành sẽ chủ động gọi thực thi các class này khi thấy cần thiết</a:t>
            </a:r>
          </a:p>
          <a:p>
            <a:pPr marL="800100" lvl="1" indent="-342900" algn="l">
              <a:lnSpc>
                <a:spcPct val="150000"/>
              </a:lnSpc>
              <a:spcBef>
                <a:spcPts val="600"/>
              </a:spcBef>
              <a:buClr>
                <a:srgbClr val="FF0000"/>
              </a:buClr>
              <a:buFont typeface="Arial" panose="020B0604020202020204" pitchFamily="34" charset="0"/>
              <a:buChar char="•"/>
            </a:pPr>
            <a:r>
              <a:rPr lang="vi-VN" sz="2000">
                <a:solidFill>
                  <a:schemeClr val="accent4">
                    <a:lumMod val="90000"/>
                    <a:lumOff val="10000"/>
                  </a:schemeClr>
                </a:solidFill>
                <a:latin typeface="Times New Roman" panose="02020603050405020304" pitchFamily="18" charset="0"/>
                <a:cs typeface="Times New Roman" panose="02020603050405020304" pitchFamily="18" charset="0"/>
              </a:rPr>
              <a:t>Như vậy ta thấy ứng dụng android hơi có tính “bị động”, các class sẽ được hệ điều hành chủ động gọi ra chạy, điều này khác với cách viết thông thường (hàm main chạy trước tiên, hàm main sẽ quyết định quá trình thực thi của ứng dụng)</a:t>
            </a:r>
            <a:endParaRPr lang="fr-FR" sz="2000">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8751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ACTIVITY</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20</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43000"/>
            <a:ext cx="7772400" cy="4827284"/>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Một activity là một màn hình giao diện, một ứng dụng gồm một hoặc nhiều activity</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Android </a:t>
            </a:r>
            <a:r>
              <a:rPr lang="en-US">
                <a:solidFill>
                  <a:schemeClr val="accent4">
                    <a:lumMod val="90000"/>
                    <a:lumOff val="10000"/>
                  </a:schemeClr>
                </a:solidFill>
                <a:latin typeface="Times New Roman" panose="02020603050405020304" pitchFamily="18" charset="0"/>
                <a:cs typeface="Times New Roman" panose="02020603050405020304" pitchFamily="18" charset="0"/>
              </a:rPr>
              <a:t>Studio</a:t>
            </a:r>
            <a:r>
              <a:rPr lang="vi-VN">
                <a:solidFill>
                  <a:schemeClr val="accent4">
                    <a:lumMod val="90000"/>
                    <a:lumOff val="10000"/>
                  </a:schemeClr>
                </a:solidFill>
                <a:latin typeface="Times New Roman" panose="02020603050405020304" pitchFamily="18" charset="0"/>
                <a:cs typeface="Times New Roman" panose="02020603050405020304" pitchFamily="18" charset="0"/>
              </a:rPr>
              <a:t> cung cấp sẵn một số lượng khá lớn các</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4">
                    <a:lumMod val="90000"/>
                    <a:lumOff val="10000"/>
                  </a:schemeClr>
                </a:solidFill>
                <a:latin typeface="Times New Roman" panose="02020603050405020304" pitchFamily="18" charset="0"/>
                <a:cs typeface="Times New Roman" panose="02020603050405020304" pitchFamily="18" charset="0"/>
              </a:rPr>
              <a:t>activity tiêu chuẩn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Ví dụ:</a:t>
            </a:r>
          </a:p>
          <a:p>
            <a:pPr marL="800100" lvl="1" indent="-342900" algn="l">
              <a:lnSpc>
                <a:spcPct val="150000"/>
              </a:lnSpc>
              <a:buClr>
                <a:srgbClr val="FF0000"/>
              </a:buClr>
              <a:buFont typeface="Arial" panose="020B0604020202020204" pitchFamily="34" charset="0"/>
              <a:buChar char="•"/>
            </a:pPr>
            <a:r>
              <a:rPr lang="fr-FR" sz="2000">
                <a:solidFill>
                  <a:schemeClr val="accent4">
                    <a:lumMod val="90000"/>
                    <a:lumOff val="10000"/>
                  </a:schemeClr>
                </a:solidFill>
                <a:latin typeface="Times New Roman" panose="02020603050405020304" pitchFamily="18" charset="0"/>
                <a:cs typeface="Times New Roman" panose="02020603050405020304" pitchFamily="18" charset="0"/>
              </a:rPr>
              <a:t>Giao diện quay số và gọi điện</a:t>
            </a:r>
          </a:p>
          <a:p>
            <a:pPr marL="800100" lvl="1" indent="-342900" algn="l">
              <a:lnSpc>
                <a:spcPct val="150000"/>
              </a:lnSpc>
              <a:buClr>
                <a:srgbClr val="FF0000"/>
              </a:buClr>
              <a:buFont typeface="Arial" panose="020B0604020202020204" pitchFamily="34" charset="0"/>
              <a:buChar char="•"/>
            </a:pPr>
            <a:r>
              <a:rPr lang="fr-FR" sz="2000">
                <a:solidFill>
                  <a:schemeClr val="accent4">
                    <a:lumMod val="90000"/>
                    <a:lumOff val="10000"/>
                  </a:schemeClr>
                </a:solidFill>
                <a:latin typeface="Times New Roman" panose="02020603050405020304" pitchFamily="18" charset="0"/>
                <a:cs typeface="Times New Roman" panose="02020603050405020304" pitchFamily="18" charset="0"/>
              </a:rPr>
              <a:t>Giao diện settings</a:t>
            </a:r>
          </a:p>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Lập trình viên có thể tự viết activity riêng hoặc sử dụng các activity đã có</a:t>
            </a:r>
          </a:p>
        </p:txBody>
      </p:sp>
    </p:spTree>
    <p:extLst>
      <p:ext uri="{BB962C8B-B14F-4D97-AF65-F5344CB8AC3E}">
        <p14:creationId xmlns:p14="http://schemas.microsoft.com/office/powerpoint/2010/main" val="2487678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ACTIVITY</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21</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43000"/>
            <a:ext cx="2895600" cy="1133965"/>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Activity được cung cấp bởi hệ thống </a:t>
            </a:r>
          </a:p>
        </p:txBody>
      </p:sp>
      <p:sp>
        <p:nvSpPr>
          <p:cNvPr id="6" name="TextBox 5">
            <a:extLst>
              <a:ext uri="{FF2B5EF4-FFF2-40B4-BE49-F238E27FC236}">
                <a16:creationId xmlns:a16="http://schemas.microsoft.com/office/drawing/2014/main" id="{86964066-40F6-41E8-9F4E-BB64CA9682D6}"/>
              </a:ext>
            </a:extLst>
          </p:cNvPr>
          <p:cNvSpPr txBox="1"/>
          <p:nvPr/>
        </p:nvSpPr>
        <p:spPr>
          <a:xfrm>
            <a:off x="4585252" y="1143000"/>
            <a:ext cx="2895600" cy="1133965"/>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Activity được bên thứ 3 xây dựng</a:t>
            </a:r>
          </a:p>
        </p:txBody>
      </p:sp>
      <p:pic>
        <p:nvPicPr>
          <p:cNvPr id="5" name="Picture 4" descr="A screenshot of a phone&#10;&#10;Description automatically generated with low confidence">
            <a:extLst>
              <a:ext uri="{FF2B5EF4-FFF2-40B4-BE49-F238E27FC236}">
                <a16:creationId xmlns:a16="http://schemas.microsoft.com/office/drawing/2014/main" id="{5815BA5C-C694-45D6-B756-C888FAC609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099" y="2362200"/>
            <a:ext cx="2545301" cy="3802710"/>
          </a:xfrm>
          <a:prstGeom prst="rect">
            <a:avLst/>
          </a:prstGeom>
        </p:spPr>
      </p:pic>
      <p:pic>
        <p:nvPicPr>
          <p:cNvPr id="9" name="Picture 8" descr="A picture containing text, stationary&#10;&#10;Description automatically generated">
            <a:extLst>
              <a:ext uri="{FF2B5EF4-FFF2-40B4-BE49-F238E27FC236}">
                <a16:creationId xmlns:a16="http://schemas.microsoft.com/office/drawing/2014/main" id="{96D5A977-BEE9-426E-BA62-A1DA13C2D4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6608" y="2392683"/>
            <a:ext cx="2392887" cy="3741744"/>
          </a:xfrm>
          <a:prstGeom prst="rect">
            <a:avLst/>
          </a:prstGeom>
        </p:spPr>
      </p:pic>
    </p:spTree>
    <p:extLst>
      <p:ext uri="{BB962C8B-B14F-4D97-AF65-F5344CB8AC3E}">
        <p14:creationId xmlns:p14="http://schemas.microsoft.com/office/powerpoint/2010/main" val="3687803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SERVICE</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22</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43000"/>
            <a:ext cx="8229600" cy="4457952"/>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Service là một tiến trình thực thi một công việc chạy ngầm (thường không có hoặc rất ít tương tác với người sử dụng)</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Ví dụ:</a:t>
            </a: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Điều khiển việc chạy file nhạc</a:t>
            </a: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Thực hiện việc download/upload dữ liệu</a:t>
            </a:r>
          </a:p>
          <a:p>
            <a:pPr marL="800100" lvl="1"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Theo dõi và cảnh báo dung lượng pin</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Theo dõi xem có cập nhật MXH hay không?</a:t>
            </a: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 Ghi nhận ngầm thông tin (GPS chẳng hạn)</a:t>
            </a:r>
          </a:p>
        </p:txBody>
      </p:sp>
    </p:spTree>
    <p:extLst>
      <p:ext uri="{BB962C8B-B14F-4D97-AF65-F5344CB8AC3E}">
        <p14:creationId xmlns:p14="http://schemas.microsoft.com/office/powerpoint/2010/main" val="3004592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CONTENT PROVIDER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23</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43000"/>
            <a:ext cx="8229600" cy="5011949"/>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Content provider (còn gọi tắt là provider) dùng quản lý việc chia sẻ (dùng chung) một nguồn dữ liệu nào đó. Ví dụ:</a:t>
            </a:r>
          </a:p>
          <a:p>
            <a:pPr marL="800100" lvl="1"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Danh sách người dùng trên điện thoại</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Dữ liệu về các cuộc gọi</a:t>
            </a: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Dữ liệu về tin nhắn</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Bằng cách chia sẻ dữ liệu để dùng chung, Android làm cho các ứng dụng dễ dàng cung cấp trải nghiệm nhất quán cho người dùng (chẳng hạn các ứng dụng thoại dùng chung danh bạ điện thoại)</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8708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BROADCAST RECEIVER</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24</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43000"/>
            <a:ext cx="8229600" cy="5011949"/>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Broadcast receiver (còn gọi tắt là receiver) là một thành phần hồi đáp những tín hiệu được phát ra trên toàn hệ thống. Ví dụ:</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Tín hiệu pin yếu</a:t>
            </a: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Tín hiệu mất kết nối mạng</a:t>
            </a: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Tín hiệu có cuộc gọi tới</a:t>
            </a:r>
          </a:p>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Lập trình viên có thể chặn các tín hiệu này và xử lý theo cách riêng của mình. Chẳng hạn:</a:t>
            </a: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Ứng dụng ngắt cuộc gọi đến từ số điện thoại quấy rối</a:t>
            </a: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Bật âm thanh cảnh báo khi điện thoại đã nạp đầy pin</a:t>
            </a:r>
          </a:p>
        </p:txBody>
      </p:sp>
    </p:spTree>
    <p:extLst>
      <p:ext uri="{BB962C8B-B14F-4D97-AF65-F5344CB8AC3E}">
        <p14:creationId xmlns:p14="http://schemas.microsoft.com/office/powerpoint/2010/main" val="1153718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INTENT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25</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43000"/>
            <a:ext cx="8229600" cy="4457952"/>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Intent là cơ chế chuẩn của Android OS để truyền thông tin giữa các thành phần cho nhau (giữa activity với nhau, activity cho service, receiver cho service,…)</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Chẳng hạn có thể sử dụng Intent để:</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Gọi một service</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Mở một activity</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Hiển thị một trang web hoặc danh sách contacts</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Hiển thị gallery để chọn ảnh</a:t>
            </a:r>
          </a:p>
        </p:txBody>
      </p:sp>
    </p:spTree>
    <p:extLst>
      <p:ext uri="{BB962C8B-B14F-4D97-AF65-F5344CB8AC3E}">
        <p14:creationId xmlns:p14="http://schemas.microsoft.com/office/powerpoint/2010/main" val="2681006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MÔ HÌNH THÀNH PHẦN ỨNG DỤNG</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26</a:t>
            </a:fld>
            <a:endParaRPr lang="en-US"/>
          </a:p>
        </p:txBody>
      </p:sp>
      <p:pic>
        <p:nvPicPr>
          <p:cNvPr id="5" name="Picture 4" descr="Diagram&#10;&#10;Description automatically generated">
            <a:extLst>
              <a:ext uri="{FF2B5EF4-FFF2-40B4-BE49-F238E27FC236}">
                <a16:creationId xmlns:a16="http://schemas.microsoft.com/office/drawing/2014/main" id="{9CE95659-E556-4E2A-9350-C3194FFEDF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547" y="1311153"/>
            <a:ext cx="7863054" cy="5075360"/>
          </a:xfrm>
          <a:prstGeom prst="rect">
            <a:avLst/>
          </a:prstGeom>
        </p:spPr>
      </p:pic>
    </p:spTree>
    <p:extLst>
      <p:ext uri="{BB962C8B-B14F-4D97-AF65-F5344CB8AC3E}">
        <p14:creationId xmlns:p14="http://schemas.microsoft.com/office/powerpoint/2010/main" val="3231527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1.3 GIỚI THIỆU VÀ TẠO MỘT ACTIVITY</a:t>
            </a:r>
            <a:endParaRPr lang="vi-VN" sz="3600" b="1" kern="0">
              <a:solidFill>
                <a:schemeClr val="bg1"/>
              </a:solidFill>
            </a:endParaRPr>
          </a:p>
        </p:txBody>
      </p:sp>
    </p:spTree>
    <p:extLst>
      <p:ext uri="{BB962C8B-B14F-4D97-AF65-F5344CB8AC3E}">
        <p14:creationId xmlns:p14="http://schemas.microsoft.com/office/powerpoint/2010/main" val="1762612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ACTIVITY</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28</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43000"/>
            <a:ext cx="7772400" cy="4457952"/>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Các activity là thành phần cơ bản của bất kỳ một</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4">
                    <a:lumMod val="90000"/>
                    <a:lumOff val="10000"/>
                  </a:schemeClr>
                </a:solidFill>
                <a:latin typeface="Times New Roman" panose="02020603050405020304" pitchFamily="18" charset="0"/>
                <a:cs typeface="Times New Roman" panose="02020603050405020304" pitchFamily="18" charset="0"/>
              </a:rPr>
              <a:t>ứng dụng android nào, chúng cung cấp giao diện</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4">
                    <a:lumMod val="90000"/>
                    <a:lumOff val="10000"/>
                  </a:schemeClr>
                </a:solidFill>
                <a:latin typeface="Times New Roman" panose="02020603050405020304" pitchFamily="18" charset="0"/>
                <a:cs typeface="Times New Roman" panose="02020603050405020304" pitchFamily="18" charset="0"/>
              </a:rPr>
              <a:t>người dùng cho ứng dụng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Lớp Activity đảm nhận việc tạo ra một cửa sổ (window), sau đó ta có thể đặt lên đó một giao diện bằng lệnh </a:t>
            </a:r>
            <a:r>
              <a:rPr lang="fr-FR">
                <a:solidFill>
                  <a:srgbClr val="FF0000"/>
                </a:solidFill>
                <a:latin typeface="Times New Roman" panose="02020603050405020304" pitchFamily="18" charset="0"/>
                <a:cs typeface="Times New Roman" panose="02020603050405020304" pitchFamily="18" charset="0"/>
              </a:rPr>
              <a:t>setContentView</a:t>
            </a:r>
            <a:r>
              <a:rPr lang="fr-FR">
                <a:solidFill>
                  <a:schemeClr val="accent4">
                    <a:lumMod val="90000"/>
                    <a:lumOff val="10000"/>
                  </a:schemeClr>
                </a:solidFill>
                <a:latin typeface="Times New Roman" panose="02020603050405020304" pitchFamily="18" charset="0"/>
                <a:cs typeface="Times New Roman" panose="02020603050405020304" pitchFamily="18" charset="0"/>
              </a:rPr>
              <a:t>(View)</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Thông thường mỗi màn hình sẽ là một activity, một ứng dụng thường gồm nhiều activity chuyển qua lại lẫn nhau</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6898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1.3.1 ACTIVITY</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29</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43000"/>
            <a:ext cx="7772400" cy="307295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Một activity có thể mang nhiều dạng khác nhau:</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sz="2000">
                <a:solidFill>
                  <a:schemeClr val="accent4">
                    <a:lumMod val="90000"/>
                    <a:lumOff val="10000"/>
                  </a:schemeClr>
                </a:solidFill>
                <a:latin typeface="Times New Roman" panose="02020603050405020304" pitchFamily="18" charset="0"/>
                <a:cs typeface="Times New Roman" panose="02020603050405020304" pitchFamily="18" charset="0"/>
              </a:rPr>
              <a:t>Cửa sổ chiếm toàn bộ màn hình</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sz="2000">
                <a:solidFill>
                  <a:schemeClr val="accent4">
                    <a:lumMod val="90000"/>
                    <a:lumOff val="10000"/>
                  </a:schemeClr>
                </a:solidFill>
                <a:latin typeface="Times New Roman" panose="02020603050405020304" pitchFamily="18" charset="0"/>
                <a:cs typeface="Times New Roman" panose="02020603050405020304" pitchFamily="18" charset="0"/>
              </a:rPr>
              <a:t>Cửa sổ chiếm một phần màn hình</a:t>
            </a:r>
            <a:endParaRPr lang="en-US" sz="2000">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sz="2000">
                <a:solidFill>
                  <a:schemeClr val="accent4">
                    <a:lumMod val="90000"/>
                    <a:lumOff val="10000"/>
                  </a:schemeClr>
                </a:solidFill>
                <a:latin typeface="Times New Roman" panose="02020603050405020304" pitchFamily="18" charset="0"/>
                <a:cs typeface="Times New Roman" panose="02020603050405020304" pitchFamily="18" charset="0"/>
              </a:rPr>
              <a:t>Nằm lồng bên trong một activity khác</a:t>
            </a:r>
          </a:p>
          <a:p>
            <a:pPr marL="342900" indent="-342900" algn="l">
              <a:lnSpc>
                <a:spcPct val="150000"/>
              </a:lnSpc>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Để có thể sử dụng, mọi activity đều phải được khai</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4">
                    <a:lumMod val="90000"/>
                    <a:lumOff val="10000"/>
                  </a:schemeClr>
                </a:solidFill>
                <a:latin typeface="Times New Roman" panose="02020603050405020304" pitchFamily="18" charset="0"/>
                <a:cs typeface="Times New Roman" panose="02020603050405020304" pitchFamily="18" charset="0"/>
              </a:rPr>
              <a:t>báo trong </a:t>
            </a:r>
            <a:r>
              <a:rPr lang="vi-VN">
                <a:solidFill>
                  <a:srgbClr val="FF0000"/>
                </a:solidFill>
                <a:latin typeface="Times New Roman" panose="02020603050405020304" pitchFamily="18" charset="0"/>
                <a:cs typeface="Times New Roman" panose="02020603050405020304" pitchFamily="18" charset="0"/>
              </a:rPr>
              <a:t>AndroidManifest.xml </a:t>
            </a:r>
            <a:r>
              <a:rPr lang="vi-VN">
                <a:solidFill>
                  <a:schemeClr val="accent4">
                    <a:lumMod val="90000"/>
                    <a:lumOff val="10000"/>
                  </a:schemeClr>
                </a:solidFill>
                <a:latin typeface="Times New Roman" panose="02020603050405020304" pitchFamily="18" charset="0"/>
                <a:cs typeface="Times New Roman" panose="02020603050405020304" pitchFamily="18" charset="0"/>
              </a:rPr>
              <a:t>với thẻ &lt;activity&gt;</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Text&#10;&#10;Description automatically generated">
            <a:extLst>
              <a:ext uri="{FF2B5EF4-FFF2-40B4-BE49-F238E27FC236}">
                <a16:creationId xmlns:a16="http://schemas.microsoft.com/office/drawing/2014/main" id="{AB678952-8851-4C2D-A037-FA2A30E215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401" y="4339899"/>
            <a:ext cx="7376799" cy="1920406"/>
          </a:xfrm>
          <a:prstGeom prst="rect">
            <a:avLst/>
          </a:prstGeom>
        </p:spPr>
      </p:pic>
    </p:spTree>
    <p:extLst>
      <p:ext uri="{BB962C8B-B14F-4D97-AF65-F5344CB8AC3E}">
        <p14:creationId xmlns:p14="http://schemas.microsoft.com/office/powerpoint/2010/main" val="1151226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TẠO ACTIVITY</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30</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43000"/>
            <a:ext cx="7772400" cy="1133965"/>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Mỗi activity trình bày một màn hình, class xử lý activity sẽ kế thừa lớp Activity của Android</a:t>
            </a:r>
          </a:p>
        </p:txBody>
      </p:sp>
      <p:pic>
        <p:nvPicPr>
          <p:cNvPr id="6" name="Picture 5" descr="Text&#10;&#10;Description automatically generated">
            <a:extLst>
              <a:ext uri="{FF2B5EF4-FFF2-40B4-BE49-F238E27FC236}">
                <a16:creationId xmlns:a16="http://schemas.microsoft.com/office/drawing/2014/main" id="{3BBBFED4-03C8-4657-9B20-CD6037CB71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4184" y="2475402"/>
            <a:ext cx="5913632" cy="3612193"/>
          </a:xfrm>
          <a:prstGeom prst="rect">
            <a:avLst/>
          </a:prstGeom>
        </p:spPr>
      </p:pic>
    </p:spTree>
    <p:extLst>
      <p:ext uri="{BB962C8B-B14F-4D97-AF65-F5344CB8AC3E}">
        <p14:creationId xmlns:p14="http://schemas.microsoft.com/office/powerpoint/2010/main" val="786685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1.3.2 TẠO ACTIVITY</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31</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43000"/>
            <a:ext cx="7772400" cy="830997"/>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Có 2 cách đơn giản để tạo giao diện cho activity</a:t>
            </a:r>
          </a:p>
          <a:p>
            <a:pPr marL="800100" lvl="1" indent="-342900" algn="l">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Tự tạo giao diện viết bằng mã</a:t>
            </a:r>
          </a:p>
        </p:txBody>
      </p:sp>
      <p:pic>
        <p:nvPicPr>
          <p:cNvPr id="5" name="Picture 4" descr="Text&#10;&#10;Description automatically generated">
            <a:extLst>
              <a:ext uri="{FF2B5EF4-FFF2-40B4-BE49-F238E27FC236}">
                <a16:creationId xmlns:a16="http://schemas.microsoft.com/office/drawing/2014/main" id="{E80B2569-2F16-4F84-81A6-346835FF21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973997"/>
            <a:ext cx="5822185" cy="1912786"/>
          </a:xfrm>
          <a:prstGeom prst="rect">
            <a:avLst/>
          </a:prstGeom>
        </p:spPr>
      </p:pic>
      <p:sp>
        <p:nvSpPr>
          <p:cNvPr id="10" name="TextBox 9">
            <a:extLst>
              <a:ext uri="{FF2B5EF4-FFF2-40B4-BE49-F238E27FC236}">
                <a16:creationId xmlns:a16="http://schemas.microsoft.com/office/drawing/2014/main" id="{9429F360-BC19-4ECB-B8D1-8B05A7458851}"/>
              </a:ext>
            </a:extLst>
          </p:cNvPr>
          <p:cNvSpPr txBox="1"/>
          <p:nvPr/>
        </p:nvSpPr>
        <p:spPr>
          <a:xfrm>
            <a:off x="457200" y="3886783"/>
            <a:ext cx="7772400" cy="579967"/>
          </a:xfrm>
          <a:prstGeom prst="rect">
            <a:avLst/>
          </a:prstGeom>
          <a:noFill/>
        </p:spPr>
        <p:txBody>
          <a:bodyPr wrap="square" rtlCol="0">
            <a:spAutoFit/>
          </a:bodyPr>
          <a:lstStyle/>
          <a:p>
            <a:pPr marL="800100" lvl="1" indent="-342900" algn="l">
              <a:lnSpc>
                <a:spcPct val="150000"/>
              </a:lnSpc>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Nạp giao diện đã thiết kế từ file layout (.xml)</a:t>
            </a:r>
          </a:p>
        </p:txBody>
      </p:sp>
      <p:pic>
        <p:nvPicPr>
          <p:cNvPr id="11" name="Picture 10" descr="Text&#10;&#10;Description automatically generated">
            <a:extLst>
              <a:ext uri="{FF2B5EF4-FFF2-40B4-BE49-F238E27FC236}">
                <a16:creationId xmlns:a16="http://schemas.microsoft.com/office/drawing/2014/main" id="{F2524BFA-3A51-46E2-AE04-27AA902F9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817" y="4572000"/>
            <a:ext cx="5867908" cy="1661304"/>
          </a:xfrm>
          <a:prstGeom prst="rect">
            <a:avLst/>
          </a:prstGeom>
        </p:spPr>
      </p:pic>
    </p:spTree>
    <p:extLst>
      <p:ext uri="{BB962C8B-B14F-4D97-AF65-F5344CB8AC3E}">
        <p14:creationId xmlns:p14="http://schemas.microsoft.com/office/powerpoint/2010/main" val="3603672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1.4 VÒNG ĐỜI CỦA ACTIVITY</a:t>
            </a:r>
            <a:endParaRPr lang="vi-VN" sz="3600" b="1" kern="0">
              <a:solidFill>
                <a:schemeClr val="bg1"/>
              </a:solidFill>
            </a:endParaRPr>
          </a:p>
        </p:txBody>
      </p:sp>
    </p:spTree>
    <p:extLst>
      <p:ext uri="{BB962C8B-B14F-4D97-AF65-F5344CB8AC3E}">
        <p14:creationId xmlns:p14="http://schemas.microsoft.com/office/powerpoint/2010/main" val="29824172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 TẠO ACTIVITY</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33</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447800"/>
            <a:ext cx="7772400" cy="4154984"/>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Các activity được quản lí trong một stack chứa activity (cơ chế vào trước ra sau):</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Khi ứng dụng được mở lên thi activity chính sẽ được tạo ra, nó sẽ được thêm vào đỉnh của stack</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Lúc này chỉ có duy nhất activity trên cùng là hiển thị nội dung đến người dùng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Tất cả các activity còn lại đều chuyển về trạng thái dừng hoạt động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Khi một activity bị đóng nó sẽ bị loại khỏi stack, activity nằm dưới đó sẽ chuyển từ trạng thái tạm dừng sang trạng thái hoạt động</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3173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 TẠO ACTIVITY</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34</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152400" y="953916"/>
            <a:ext cx="7772400" cy="5565947"/>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Một activity có bốn trạng thái:</a:t>
            </a:r>
          </a:p>
          <a:p>
            <a:pPr marL="800100" lvl="1" indent="-342900" algn="l">
              <a:lnSpc>
                <a:spcPct val="150000"/>
              </a:lnSpc>
              <a:buClr>
                <a:srgbClr val="FF0000"/>
              </a:buClr>
              <a:buFont typeface="Arial" panose="020B0604020202020204" pitchFamily="34" charset="0"/>
              <a:buChar char="•"/>
            </a:pPr>
            <a:r>
              <a:rPr lang="fr-FR">
                <a:solidFill>
                  <a:srgbClr val="00B050"/>
                </a:solidFill>
                <a:latin typeface="Times New Roman" panose="02020603050405020304" pitchFamily="18" charset="0"/>
                <a:cs typeface="Times New Roman" panose="02020603050405020304" pitchFamily="18" charset="0"/>
              </a:rPr>
              <a:t>Active</a:t>
            </a:r>
            <a:r>
              <a:rPr lang="fr-FR">
                <a:solidFill>
                  <a:schemeClr val="accent4">
                    <a:lumMod val="90000"/>
                    <a:lumOff val="10000"/>
                  </a:schemeClr>
                </a:solidFill>
                <a:latin typeface="Times New Roman" panose="02020603050405020304" pitchFamily="18" charset="0"/>
                <a:cs typeface="Times New Roman" panose="02020603050405020304" pitchFamily="18" charset="0"/>
              </a:rPr>
              <a:t> hay </a:t>
            </a:r>
            <a:r>
              <a:rPr lang="fr-FR">
                <a:solidFill>
                  <a:srgbClr val="00B050"/>
                </a:solidFill>
                <a:latin typeface="Times New Roman" panose="02020603050405020304" pitchFamily="18" charset="0"/>
                <a:cs typeface="Times New Roman" panose="02020603050405020304" pitchFamily="18" charset="0"/>
              </a:rPr>
              <a:t>Running</a:t>
            </a:r>
            <a:r>
              <a:rPr lang="fr-FR">
                <a:solidFill>
                  <a:schemeClr val="accent4">
                    <a:lumMod val="90000"/>
                    <a:lumOff val="10000"/>
                  </a:schemeClr>
                </a:solidFill>
                <a:latin typeface="Times New Roman" panose="02020603050405020304" pitchFamily="18" charset="0"/>
                <a:cs typeface="Times New Roman" panose="02020603050405020304" pitchFamily="18" charset="0"/>
              </a:rPr>
              <a:t>: activity đang chạy trên màn hình</a:t>
            </a:r>
          </a:p>
          <a:p>
            <a:pPr marL="800100" lvl="1" indent="-342900" algn="l">
              <a:lnSpc>
                <a:spcPct val="150000"/>
              </a:lnSpc>
              <a:buClr>
                <a:srgbClr val="FF0000"/>
              </a:buClr>
              <a:buFont typeface="Arial" panose="020B0604020202020204" pitchFamily="34" charset="0"/>
              <a:buChar char="•"/>
            </a:pPr>
            <a:r>
              <a:rPr lang="vi-VN">
                <a:solidFill>
                  <a:srgbClr val="00B050"/>
                </a:solidFill>
                <a:latin typeface="Times New Roman" panose="02020603050405020304" pitchFamily="18" charset="0"/>
                <a:cs typeface="Times New Roman" panose="02020603050405020304" pitchFamily="18" charset="0"/>
              </a:rPr>
              <a:t>Paused</a:t>
            </a:r>
            <a:r>
              <a:rPr lang="vi-VN">
                <a:solidFill>
                  <a:schemeClr val="accent4">
                    <a:lumMod val="90000"/>
                    <a:lumOff val="10000"/>
                  </a:schemeClr>
                </a:solidFill>
                <a:latin typeface="Times New Roman" panose="02020603050405020304" pitchFamily="18" charset="0"/>
                <a:cs typeface="Times New Roman" panose="02020603050405020304" pitchFamily="18" charset="0"/>
              </a:rPr>
              <a:t>: khi một activity mất focus nhưng vẫn đang chạy trên màn hình (một activity trong suốt hoặc một activity không chiếm toàn bộ màn hình thiết bị đè lên)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lnSpc>
                <a:spcPct val="150000"/>
              </a:lnSpc>
              <a:buClr>
                <a:srgbClr val="FF0000"/>
              </a:buClr>
              <a:buFont typeface="Arial" panose="020B0604020202020204" pitchFamily="34" charset="0"/>
              <a:buChar char="•"/>
            </a:pPr>
            <a:r>
              <a:rPr lang="fr-FR">
                <a:solidFill>
                  <a:srgbClr val="00B050"/>
                </a:solidFill>
                <a:latin typeface="Times New Roman" panose="02020603050405020304" pitchFamily="18" charset="0"/>
                <a:cs typeface="Times New Roman" panose="02020603050405020304" pitchFamily="18" charset="0"/>
              </a:rPr>
              <a:t>Stopped</a:t>
            </a:r>
            <a:r>
              <a:rPr lang="fr-FR">
                <a:solidFill>
                  <a:schemeClr val="accent4">
                    <a:lumMod val="90000"/>
                    <a:lumOff val="10000"/>
                  </a:schemeClr>
                </a:solidFill>
                <a:latin typeface="Times New Roman" panose="02020603050405020304" pitchFamily="18" charset="0"/>
                <a:cs typeface="Times New Roman" panose="02020603050405020304" pitchFamily="18" charset="0"/>
              </a:rPr>
              <a:t>: khi một activity bị che khuất hoàn toàn bởi một activity khác</a:t>
            </a:r>
          </a:p>
          <a:p>
            <a:pPr marL="800100" lvl="1" indent="-342900" algn="l">
              <a:lnSpc>
                <a:spcPct val="150000"/>
              </a:lnSpc>
              <a:buClr>
                <a:srgbClr val="FF0000"/>
              </a:buClr>
              <a:buFont typeface="Arial" panose="020B0604020202020204" pitchFamily="34" charset="0"/>
              <a:buChar char="•"/>
            </a:pPr>
            <a:r>
              <a:rPr lang="vi-VN">
                <a:solidFill>
                  <a:srgbClr val="00B050"/>
                </a:solidFill>
                <a:latin typeface="Times New Roman" panose="02020603050405020304" pitchFamily="18" charset="0"/>
                <a:cs typeface="Times New Roman" panose="02020603050405020304" pitchFamily="18" charset="0"/>
              </a:rPr>
              <a:t>Killed</a:t>
            </a:r>
            <a:r>
              <a:rPr lang="vi-VN">
                <a:solidFill>
                  <a:schemeClr val="accent4">
                    <a:lumMod val="90000"/>
                    <a:lumOff val="10000"/>
                  </a:schemeClr>
                </a:solidFill>
                <a:latin typeface="Times New Roman" panose="02020603050405020304" pitchFamily="18" charset="0"/>
                <a:cs typeface="Times New Roman" panose="02020603050405020304" pitchFamily="18" charset="0"/>
              </a:rPr>
              <a:t> hay </a:t>
            </a:r>
            <a:r>
              <a:rPr lang="vi-VN">
                <a:solidFill>
                  <a:srgbClr val="00B050"/>
                </a:solidFill>
                <a:latin typeface="Times New Roman" panose="02020603050405020304" pitchFamily="18" charset="0"/>
                <a:cs typeface="Times New Roman" panose="02020603050405020304" pitchFamily="18" charset="0"/>
              </a:rPr>
              <a:t>Shutdown</a:t>
            </a:r>
            <a:r>
              <a:rPr lang="vi-VN">
                <a:solidFill>
                  <a:schemeClr val="accent4">
                    <a:lumMod val="90000"/>
                    <a:lumOff val="10000"/>
                  </a:schemeClr>
                </a:solidFill>
                <a:latin typeface="Times New Roman" panose="02020603050405020304" pitchFamily="18" charset="0"/>
                <a:cs typeface="Times New Roman" panose="02020603050405020304" pitchFamily="18" charset="0"/>
              </a:rPr>
              <a:t>: khi một activity đang Paused hay Stopped, hệ thống có thể xóa activity ấy nếu cần (chẳng hạn như cần bộ nhớ vào việc khác)</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5198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 TẠO ACTIVITY</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35</a:t>
            </a:fld>
            <a:endParaRPr lang="en-US"/>
          </a:p>
        </p:txBody>
      </p:sp>
      <p:pic>
        <p:nvPicPr>
          <p:cNvPr id="8" name="Picture 7" descr="Diagram&#10;&#10;Description automatically generated">
            <a:extLst>
              <a:ext uri="{FF2B5EF4-FFF2-40B4-BE49-F238E27FC236}">
                <a16:creationId xmlns:a16="http://schemas.microsoft.com/office/drawing/2014/main" id="{BFE3833F-28F0-4538-B331-5A42A22710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523835"/>
            <a:ext cx="8839200" cy="3810330"/>
          </a:xfrm>
          <a:prstGeom prst="rect">
            <a:avLst/>
          </a:prstGeom>
        </p:spPr>
      </p:pic>
    </p:spTree>
    <p:extLst>
      <p:ext uri="{BB962C8B-B14F-4D97-AF65-F5344CB8AC3E}">
        <p14:creationId xmlns:p14="http://schemas.microsoft.com/office/powerpoint/2010/main" val="35425607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 TẠO ACTIVITY</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36</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228600" y="1600200"/>
            <a:ext cx="7772400" cy="1938992"/>
          </a:xfrm>
          <a:prstGeom prst="rect">
            <a:avLst/>
          </a:prstGeom>
          <a:noFill/>
        </p:spPr>
        <p:txBody>
          <a:bodyPr wrap="square" rtlCol="0">
            <a:spAutoFit/>
          </a:bodyPr>
          <a:lstStyle/>
          <a:p>
            <a:pPr marL="342900" indent="-342900" algn="l">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Khi một activity bị chuyển qua chuyển lại giữa các trạng thái, nó được cảnh báo việc chuyển này bằng hàm chuyển trạng thái (transition)</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buClr>
                <a:srgbClr val="FF0000"/>
              </a:buClr>
              <a:buFont typeface="Arial" panose="020B0604020202020204" pitchFamily="34" charset="0"/>
              <a:buChar char="•"/>
            </a:pPr>
            <a:r>
              <a:rPr lang="fr-FR">
                <a:solidFill>
                  <a:schemeClr val="accent4">
                    <a:lumMod val="90000"/>
                    <a:lumOff val="10000"/>
                  </a:schemeClr>
                </a:solidFill>
                <a:latin typeface="Times New Roman" panose="02020603050405020304" pitchFamily="18" charset="0"/>
                <a:cs typeface="Times New Roman" panose="02020603050405020304" pitchFamily="18" charset="0"/>
              </a:rPr>
              <a:t>Có thể viết lại các hàm chuyển này nếu cần làm các công việc giúp việc chuyển trạng thái suôn sẻ:</a:t>
            </a:r>
          </a:p>
        </p:txBody>
      </p:sp>
      <p:pic>
        <p:nvPicPr>
          <p:cNvPr id="5" name="Picture 4" descr="Text, chat or text message&#10;&#10;Description automatically generated">
            <a:extLst>
              <a:ext uri="{FF2B5EF4-FFF2-40B4-BE49-F238E27FC236}">
                <a16:creationId xmlns:a16="http://schemas.microsoft.com/office/drawing/2014/main" id="{6A95CCDD-CF88-4C63-A259-DF9C06CA3F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4183" y="3733800"/>
            <a:ext cx="5936494" cy="2430991"/>
          </a:xfrm>
          <a:prstGeom prst="rect">
            <a:avLst/>
          </a:prstGeom>
        </p:spPr>
      </p:pic>
    </p:spTree>
    <p:extLst>
      <p:ext uri="{BB962C8B-B14F-4D97-AF65-F5344CB8AC3E}">
        <p14:creationId xmlns:p14="http://schemas.microsoft.com/office/powerpoint/2010/main" val="10602178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 TẠO ACTIVITY</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37</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59563"/>
            <a:ext cx="7772400" cy="5011949"/>
          </a:xfrm>
          <a:prstGeom prst="rect">
            <a:avLst/>
          </a:prstGeom>
          <a:noFill/>
        </p:spPr>
        <p:txBody>
          <a:bodyPr wrap="square" rtlCol="0">
            <a:spAutoFit/>
          </a:bodyPr>
          <a:lstStyle/>
          <a:p>
            <a:pPr marL="342900" indent="-342900" algn="l">
              <a:lnSpc>
                <a:spcPct val="150000"/>
              </a:lnSpc>
              <a:buClr>
                <a:srgbClr val="FF0000"/>
              </a:buClr>
              <a:buFont typeface="Arial" panose="020B0604020202020204" pitchFamily="34" charset="0"/>
              <a:buChar char="•"/>
            </a:pPr>
            <a:r>
              <a:rPr lang="en-US">
                <a:solidFill>
                  <a:srgbClr val="00B050"/>
                </a:solidFill>
                <a:latin typeface="Times New Roman" panose="02020603050405020304" pitchFamily="18" charset="0"/>
                <a:cs typeface="Times New Roman" panose="02020603050405020304" pitchFamily="18" charset="0"/>
              </a:rPr>
              <a:t>onCreate</a:t>
            </a:r>
            <a:r>
              <a:rPr lang="en-US">
                <a:solidFill>
                  <a:schemeClr val="accent4">
                    <a:lumMod val="90000"/>
                    <a:lumOff val="10000"/>
                  </a:schemeClr>
                </a:solidFill>
                <a:latin typeface="Times New Roman" panose="02020603050405020304" pitchFamily="18" charset="0"/>
                <a:cs typeface="Times New Roman" panose="02020603050405020304" pitchFamily="18" charset="0"/>
              </a:rPr>
              <a:t>(...): gọi khi activity khởi tạo</a:t>
            </a:r>
          </a:p>
          <a:p>
            <a:pPr marL="342900" indent="-342900" algn="l">
              <a:lnSpc>
                <a:spcPct val="150000"/>
              </a:lnSpc>
              <a:buClr>
                <a:srgbClr val="FF0000"/>
              </a:buClr>
              <a:buFont typeface="Arial" panose="020B0604020202020204" pitchFamily="34" charset="0"/>
              <a:buChar char="•"/>
            </a:pPr>
            <a:r>
              <a:rPr lang="fr-FR">
                <a:solidFill>
                  <a:srgbClr val="00B050"/>
                </a:solidFill>
                <a:latin typeface="Times New Roman" panose="02020603050405020304" pitchFamily="18" charset="0"/>
                <a:cs typeface="Times New Roman" panose="02020603050405020304" pitchFamily="18" charset="0"/>
              </a:rPr>
              <a:t>onStart</a:t>
            </a:r>
            <a:r>
              <a:rPr lang="fr-FR">
                <a:solidFill>
                  <a:schemeClr val="accent4">
                    <a:lumMod val="90000"/>
                    <a:lumOff val="10000"/>
                  </a:schemeClr>
                </a:solidFill>
                <a:latin typeface="Times New Roman" panose="02020603050405020304" pitchFamily="18" charset="0"/>
                <a:cs typeface="Times New Roman" panose="02020603050405020304" pitchFamily="18" charset="0"/>
              </a:rPr>
              <a:t>(): gọi khi acivity xuất hiện trên màn hình</a:t>
            </a:r>
          </a:p>
          <a:p>
            <a:pPr marL="342900" indent="-342900" algn="l">
              <a:lnSpc>
                <a:spcPct val="150000"/>
              </a:lnSpc>
              <a:buClr>
                <a:srgbClr val="FF0000"/>
              </a:buClr>
              <a:buFont typeface="Arial" panose="020B0604020202020204" pitchFamily="34" charset="0"/>
              <a:buChar char="•"/>
            </a:pPr>
            <a:r>
              <a:rPr lang="vi-VN">
                <a:solidFill>
                  <a:srgbClr val="00B050"/>
                </a:solidFill>
                <a:latin typeface="Times New Roman" panose="02020603050405020304" pitchFamily="18" charset="0"/>
                <a:cs typeface="Times New Roman" panose="02020603050405020304" pitchFamily="18" charset="0"/>
              </a:rPr>
              <a:t>onResume</a:t>
            </a:r>
            <a:r>
              <a:rPr lang="vi-VN">
                <a:solidFill>
                  <a:schemeClr val="accent4">
                    <a:lumMod val="90000"/>
                    <a:lumOff val="10000"/>
                  </a:schemeClr>
                </a:solidFill>
                <a:latin typeface="Times New Roman" panose="02020603050405020304" pitchFamily="18" charset="0"/>
                <a:cs typeface="Times New Roman" panose="02020603050405020304" pitchFamily="18" charset="0"/>
              </a:rPr>
              <a:t>(): gọi ngay sau onStart hoặc người dùng focus, hàm này đưa ứng dụng lên top màn hình</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342900" indent="-342900" algn="l">
              <a:lnSpc>
                <a:spcPct val="150000"/>
              </a:lnSpc>
              <a:buClr>
                <a:srgbClr val="FF0000"/>
              </a:buClr>
              <a:buFont typeface="Arial" panose="020B0604020202020204" pitchFamily="34" charset="0"/>
              <a:buChar char="•"/>
            </a:pPr>
            <a:r>
              <a:rPr lang="fr-FR">
                <a:solidFill>
                  <a:srgbClr val="00B050"/>
                </a:solidFill>
                <a:latin typeface="Times New Roman" panose="02020603050405020304" pitchFamily="18" charset="0"/>
                <a:cs typeface="Times New Roman" panose="02020603050405020304" pitchFamily="18" charset="0"/>
              </a:rPr>
              <a:t>onPause</a:t>
            </a:r>
            <a:r>
              <a:rPr lang="fr-FR">
                <a:solidFill>
                  <a:schemeClr val="accent4">
                    <a:lumMod val="90000"/>
                    <a:lumOff val="10000"/>
                  </a:schemeClr>
                </a:solidFill>
                <a:latin typeface="Times New Roman" panose="02020603050405020304" pitchFamily="18" charset="0"/>
                <a:cs typeface="Times New Roman" panose="02020603050405020304" pitchFamily="18" charset="0"/>
              </a:rPr>
              <a:t>(): gọi khi hệ thống focus đến activity khác</a:t>
            </a:r>
          </a:p>
          <a:p>
            <a:pPr marL="342900" indent="-342900" algn="l">
              <a:lnSpc>
                <a:spcPct val="150000"/>
              </a:lnSpc>
              <a:buClr>
                <a:srgbClr val="FF0000"/>
              </a:buClr>
              <a:buFont typeface="Arial" panose="020B0604020202020204" pitchFamily="34" charset="0"/>
              <a:buChar char="•"/>
            </a:pPr>
            <a:r>
              <a:rPr lang="fr-FR">
                <a:solidFill>
                  <a:srgbClr val="00B050"/>
                </a:solidFill>
                <a:latin typeface="Times New Roman" panose="02020603050405020304" pitchFamily="18" charset="0"/>
                <a:cs typeface="Times New Roman" panose="02020603050405020304" pitchFamily="18" charset="0"/>
              </a:rPr>
              <a:t>onStop</a:t>
            </a:r>
            <a:r>
              <a:rPr lang="fr-FR">
                <a:solidFill>
                  <a:schemeClr val="accent4">
                    <a:lumMod val="90000"/>
                    <a:lumOff val="10000"/>
                  </a:schemeClr>
                </a:solidFill>
                <a:latin typeface="Times New Roman" panose="02020603050405020304" pitchFamily="18" charset="0"/>
                <a:cs typeface="Times New Roman" panose="02020603050405020304" pitchFamily="18" charset="0"/>
              </a:rPr>
              <a:t>(): gọi khi activity bị che hoàn toàn</a:t>
            </a:r>
          </a:p>
          <a:p>
            <a:pPr marL="342900" indent="-342900" algn="l">
              <a:lnSpc>
                <a:spcPct val="150000"/>
              </a:lnSpc>
              <a:buClr>
                <a:srgbClr val="FF0000"/>
              </a:buClr>
              <a:buFont typeface="Arial" panose="020B0604020202020204" pitchFamily="34" charset="0"/>
              <a:buChar char="•"/>
            </a:pPr>
            <a:r>
              <a:rPr lang="fr-FR">
                <a:solidFill>
                  <a:srgbClr val="00B050"/>
                </a:solidFill>
                <a:latin typeface="Times New Roman" panose="02020603050405020304" pitchFamily="18" charset="0"/>
                <a:cs typeface="Times New Roman" panose="02020603050405020304" pitchFamily="18" charset="0"/>
              </a:rPr>
              <a:t>onRestart</a:t>
            </a:r>
            <a:r>
              <a:rPr lang="fr-FR">
                <a:solidFill>
                  <a:schemeClr val="accent4">
                    <a:lumMod val="90000"/>
                    <a:lumOff val="10000"/>
                  </a:schemeClr>
                </a:solidFill>
                <a:latin typeface="Times New Roman" panose="02020603050405020304" pitchFamily="18" charset="0"/>
                <a:cs typeface="Times New Roman" panose="02020603050405020304" pitchFamily="18" charset="0"/>
              </a:rPr>
              <a:t>(): gọi khi ứng dụng khởi chạy lại</a:t>
            </a:r>
          </a:p>
          <a:p>
            <a:pPr marL="342900" indent="-342900" algn="l">
              <a:lnSpc>
                <a:spcPct val="150000"/>
              </a:lnSpc>
              <a:buClr>
                <a:srgbClr val="FF0000"/>
              </a:buClr>
              <a:buFont typeface="Arial" panose="020B0604020202020204" pitchFamily="34" charset="0"/>
              <a:buChar char="•"/>
            </a:pPr>
            <a:r>
              <a:rPr lang="vi-VN">
                <a:solidFill>
                  <a:srgbClr val="00B050"/>
                </a:solidFill>
                <a:latin typeface="Times New Roman" panose="02020603050405020304" pitchFamily="18" charset="0"/>
                <a:cs typeface="Times New Roman" panose="02020603050405020304" pitchFamily="18" charset="0"/>
              </a:rPr>
              <a:t>onDestroy</a:t>
            </a:r>
            <a:r>
              <a:rPr lang="vi-VN">
                <a:solidFill>
                  <a:schemeClr val="accent4">
                    <a:lumMod val="90000"/>
                    <a:lumOff val="10000"/>
                  </a:schemeClr>
                </a:solidFill>
                <a:latin typeface="Times New Roman" panose="02020603050405020304" pitchFamily="18" charset="0"/>
                <a:cs typeface="Times New Roman" panose="02020603050405020304" pitchFamily="18" charset="0"/>
              </a:rPr>
              <a:t>(): gọi khi ứng dụng chuẩn bị được gỡ</a:t>
            </a:r>
            <a:r>
              <a:rPr lang="en-US">
                <a:solidFill>
                  <a:schemeClr val="accent4">
                    <a:lumMod val="90000"/>
                    <a:lumOff val="10000"/>
                  </a:schemeClr>
                </a:solidFill>
                <a:latin typeface="Times New Roman" panose="02020603050405020304" pitchFamily="18" charset="0"/>
                <a:cs typeface="Times New Roman" panose="02020603050405020304" pitchFamily="18" charset="0"/>
              </a:rPr>
              <a:t> </a:t>
            </a:r>
            <a:r>
              <a:rPr lang="vi-VN">
                <a:solidFill>
                  <a:schemeClr val="accent4">
                    <a:lumMod val="90000"/>
                    <a:lumOff val="10000"/>
                  </a:schemeClr>
                </a:solidFill>
                <a:latin typeface="Times New Roman" panose="02020603050405020304" pitchFamily="18" charset="0"/>
                <a:cs typeface="Times New Roman" panose="02020603050405020304" pitchFamily="18" charset="0"/>
              </a:rPr>
              <a:t>khỏi bộ nhớ</a:t>
            </a:r>
            <a:endParaRPr lang="fr-FR">
              <a:solidFill>
                <a:schemeClr val="accent4">
                  <a:lumMod val="90000"/>
                  <a:lumOff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13278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4"/>
          <p:cNvSpPr>
            <a:spLocks noChangeArrowheads="1"/>
          </p:cNvSpPr>
          <p:nvPr/>
        </p:nvSpPr>
        <p:spPr bwMode="auto">
          <a:xfrm>
            <a:off x="304800" y="152400"/>
            <a:ext cx="1447800" cy="914400"/>
          </a:xfrm>
          <a:prstGeom prst="rect">
            <a:avLst/>
          </a:prstGeom>
          <a:solidFill>
            <a:schemeClr val="bg1"/>
          </a:solidFill>
          <a:ln w="9525">
            <a:noFill/>
            <a:miter lim="800000"/>
            <a:headEnd/>
            <a:tailEnd/>
          </a:ln>
        </p:spPr>
        <p:txBody>
          <a:bodyPr wrap="none" anchor="ctr"/>
          <a:lstStyle/>
          <a:p>
            <a:endParaRPr lang="en-US"/>
          </a:p>
        </p:txBody>
      </p:sp>
      <p:pic>
        <p:nvPicPr>
          <p:cNvPr id="4106" name="Picture 2" descr="C:\Users\Admin\Downloads\logo-uneti2014.png"/>
          <p:cNvPicPr>
            <a:picLocks noChangeAspect="1" noChangeArrowheads="1"/>
          </p:cNvPicPr>
          <p:nvPr/>
        </p:nvPicPr>
        <p:blipFill>
          <a:blip r:embed="rId2"/>
          <a:srcRect/>
          <a:stretch>
            <a:fillRect/>
          </a:stretch>
        </p:blipFill>
        <p:spPr bwMode="auto">
          <a:xfrm>
            <a:off x="0" y="0"/>
            <a:ext cx="1447800" cy="1600200"/>
          </a:xfrm>
          <a:prstGeom prst="rect">
            <a:avLst/>
          </a:prstGeom>
          <a:noFill/>
          <a:ln w="9525">
            <a:noFill/>
            <a:miter lim="800000"/>
            <a:headEnd/>
            <a:tailEnd/>
          </a:ln>
        </p:spPr>
      </p:pic>
      <p:sp>
        <p:nvSpPr>
          <p:cNvPr id="7" name="Shape 43"/>
          <p:cNvSpPr txBox="1">
            <a:spLocks/>
          </p:cNvSpPr>
          <p:nvPr/>
        </p:nvSpPr>
        <p:spPr bwMode="auto">
          <a:xfrm>
            <a:off x="3581400" y="2209800"/>
            <a:ext cx="5307496" cy="2209800"/>
          </a:xfrm>
          <a:prstGeom prst="rect">
            <a:avLst/>
          </a:prstGeom>
          <a:noFill/>
          <a:ln w="9525">
            <a:noFill/>
            <a:miter lim="800000"/>
            <a:headEnd/>
            <a:tailEnd/>
          </a:ln>
          <a:extLst>
            <a:ext uri="{C572A759-6A51-4108-AA02-DFA0A04FC94B}">
              <ma14:wrappingTextBox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lvl1pPr marL="342900" indent="-342900" algn="l" rtl="0" eaLnBrk="0" fontAlgn="base" hangingPunct="0">
              <a:spcBef>
                <a:spcPct val="20000"/>
              </a:spcBef>
              <a:spcAft>
                <a:spcPct val="0"/>
              </a:spcAft>
              <a:buClr>
                <a:schemeClr val="hlink"/>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0" indent="0">
              <a:spcBef>
                <a:spcPts val="900"/>
              </a:spcBef>
              <a:buFont typeface="Wingdings" pitchFamily="2" charset="2"/>
              <a:buNone/>
              <a:defRPr sz="4000" b="1">
                <a:solidFill>
                  <a:srgbClr val="260026"/>
                </a:solidFill>
              </a:defRPr>
            </a:pPr>
            <a:r>
              <a:rPr lang="en-US" sz="3600" b="1" kern="0">
                <a:solidFill>
                  <a:schemeClr val="bg1"/>
                </a:solidFill>
              </a:rPr>
              <a:t>1.5 ANDROID MANIFEST</a:t>
            </a:r>
            <a:endParaRPr lang="vi-VN" sz="3600" b="1" kern="0">
              <a:solidFill>
                <a:schemeClr val="bg1"/>
              </a:solidFill>
            </a:endParaRPr>
          </a:p>
        </p:txBody>
      </p:sp>
    </p:spTree>
    <p:extLst>
      <p:ext uri="{BB962C8B-B14F-4D97-AF65-F5344CB8AC3E}">
        <p14:creationId xmlns:p14="http://schemas.microsoft.com/office/powerpoint/2010/main" val="25463487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 ANDROID MANIFEST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39</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59563"/>
            <a:ext cx="7772400" cy="4555093"/>
          </a:xfrm>
          <a:prstGeom prst="rect">
            <a:avLst/>
          </a:prstGeom>
          <a:noFill/>
        </p:spPr>
        <p:txBody>
          <a:bodyPr wrap="square" rtlCol="0">
            <a:spAutoFit/>
          </a:bodyPr>
          <a:lstStyle/>
          <a:p>
            <a:pPr marL="342900" indent="-342900" algn="l">
              <a:spcBef>
                <a:spcPts val="12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Trước khi chạy, project cần phải được build (dựng), quá trình này phức tạp, nhưng có 2 bước chính</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spcBef>
                <a:spcPts val="12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Dịch mã nguồn thành mã nhị phân (ở folder “bin”)</a:t>
            </a:r>
          </a:p>
          <a:p>
            <a:pPr marL="800100" lvl="1" indent="-342900" algn="l">
              <a:spcBef>
                <a:spcPts val="12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Nén tất cả các file mã nhị phân và các file liên quan thành một file duy nhất, có phần mở rộng apk</a:t>
            </a:r>
          </a:p>
          <a:p>
            <a:pPr marL="342900" indent="-342900" algn="l">
              <a:spcBef>
                <a:spcPts val="12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Khi cài đặt ứng dụng, hệ thống giải nén file apk và đọc file AndroidManifest.xml ở thư mục gốc</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spcBef>
                <a:spcPts val="12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“AndroidManifest.xml” là file dạng xml chứa mọi thông tin về ứng dụng</a:t>
            </a:r>
          </a:p>
          <a:p>
            <a:pPr marL="800100" lvl="1" indent="-342900" algn="l">
              <a:spcBef>
                <a:spcPts val="12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Qua đó hệ thống biết ứng dụng có thể dùng vào việc gì</a:t>
            </a:r>
          </a:p>
        </p:txBody>
      </p:sp>
    </p:spTree>
    <p:extLst>
      <p:ext uri="{BB962C8B-B14F-4D97-AF65-F5344CB8AC3E}">
        <p14:creationId xmlns:p14="http://schemas.microsoft.com/office/powerpoint/2010/main" val="24274461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 ANDROID MANIFEST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40</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59563"/>
            <a:ext cx="7772400" cy="5078313"/>
          </a:xfrm>
          <a:prstGeom prst="rect">
            <a:avLst/>
          </a:prstGeom>
          <a:noFill/>
        </p:spPr>
        <p:txBody>
          <a:bodyPr wrap="square" rtlCol="0">
            <a:spAutoFit/>
          </a:bodyPr>
          <a:lstStyle/>
          <a:p>
            <a:pPr marL="342900" indent="-342900" algn="l">
              <a:spcBef>
                <a:spcPts val="12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Các thông tin cơ bản trong “AndroidManifest.xml”</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spcBef>
                <a:spcPts val="12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Các thông tin về ứng dụng (tên package, tên ứng dụng, biểu tượng của ứng dụng,…)</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spcBef>
                <a:spcPts val="12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Các quyền cần có để chạy ứng dụng (quyền truy xuất internet, quyền đọc contact, quyền đọc SD card,…)</a:t>
            </a:r>
          </a:p>
          <a:p>
            <a:pPr marL="800100" lvl="1" indent="-342900" algn="l">
              <a:spcBef>
                <a:spcPts val="12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Phiên bản API tối thiểu có thể chạy ứng dụng</a:t>
            </a:r>
          </a:p>
          <a:p>
            <a:pPr marL="800100" lvl="1" indent="-342900" algn="l">
              <a:spcBef>
                <a:spcPts val="12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Các tính năng phần cứng cần thiết cho ứng dụng (GPS, camera, bluetooth,…)</a:t>
            </a:r>
          </a:p>
          <a:p>
            <a:pPr marL="800100" lvl="1" indent="-342900" algn="l">
              <a:spcBef>
                <a:spcPts val="12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Các bộ API liên kết sử dụng trong ứng dụng (Google Maps API, AdMod,…)</a:t>
            </a:r>
          </a:p>
          <a:p>
            <a:pPr marL="800100" lvl="1" indent="-342900" algn="l">
              <a:spcBef>
                <a:spcPts val="12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Cấu hình màn hình khởi chạy (ngang/dọc,…)</a:t>
            </a:r>
          </a:p>
        </p:txBody>
      </p:sp>
    </p:spTree>
    <p:extLst>
      <p:ext uri="{BB962C8B-B14F-4D97-AF65-F5344CB8AC3E}">
        <p14:creationId xmlns:p14="http://schemas.microsoft.com/office/powerpoint/2010/main" val="2984993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 ANDROID MANIFEST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41</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59563"/>
            <a:ext cx="7772400" cy="4601260"/>
          </a:xfrm>
          <a:prstGeom prst="rect">
            <a:avLst/>
          </a:prstGeom>
          <a:noFill/>
        </p:spPr>
        <p:txBody>
          <a:bodyPr wrap="square" rtlCol="0">
            <a:spAutoFit/>
          </a:bodyPr>
          <a:lstStyle/>
          <a:p>
            <a:pPr marL="342900" indent="-342900" algn="l">
              <a:spcBef>
                <a:spcPts val="600"/>
              </a:spcBef>
              <a:buClr>
                <a:srgbClr val="FF0000"/>
              </a:buClr>
              <a:buFont typeface="Arial" panose="020B0604020202020204" pitchFamily="34" charset="0"/>
              <a:buChar char="•"/>
            </a:pPr>
            <a:r>
              <a:rPr lang="vi-VN">
                <a:solidFill>
                  <a:schemeClr val="accent4">
                    <a:lumMod val="90000"/>
                    <a:lumOff val="10000"/>
                  </a:schemeClr>
                </a:solidFill>
                <a:latin typeface="Times New Roman" panose="02020603050405020304" pitchFamily="18" charset="0"/>
                <a:cs typeface="Times New Roman" panose="02020603050405020304" pitchFamily="18" charset="0"/>
              </a:rPr>
              <a:t>Các thông tin cơ bản trong “AndroidManifest.xml”</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a:p>
            <a:pPr marL="800100" lvl="1" indent="-342900" algn="l">
              <a:spcBef>
                <a:spcPts val="6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Mô tả về các activity (màn hình) của ứng dụng</a:t>
            </a:r>
          </a:p>
          <a:p>
            <a:pPr marL="1257300" lvl="2" indent="-342900" algn="l">
              <a:spcBef>
                <a:spcPts val="600"/>
              </a:spcBef>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Thông tin về activity (tên, tên class,….)</a:t>
            </a:r>
          </a:p>
          <a:p>
            <a:pPr marL="1257300" lvl="2" indent="-342900" algn="l">
              <a:spcBef>
                <a:spcPts val="600"/>
              </a:spcBef>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Xác định xem activity nào là giao diện khởi động của ứng dụng</a:t>
            </a:r>
          </a:p>
          <a:p>
            <a:pPr marL="800100" lvl="1" indent="-342900" algn="l">
              <a:spcBef>
                <a:spcPts val="6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Mô tả về các service (dịch vụ) mà ứng dụng cung cấp</a:t>
            </a:r>
          </a:p>
          <a:p>
            <a:pPr marL="1257300" lvl="2" indent="-342900" algn="l">
              <a:spcBef>
                <a:spcPts val="600"/>
              </a:spcBef>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Thông tin về service (tên dịch vụ, class xử lý dịch vụ,…)</a:t>
            </a:r>
          </a:p>
          <a:p>
            <a:pPr marL="800100" lvl="1" indent="-342900" algn="l">
              <a:spcBef>
                <a:spcPts val="6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Mô tả về các broadcast receiver mà ứng dụng cung cấp</a:t>
            </a:r>
          </a:p>
          <a:p>
            <a:pPr marL="1257300" lvl="2" indent="-342900" algn="l">
              <a:spcBef>
                <a:spcPts val="600"/>
              </a:spcBef>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Thông tin về receiver (tên receiver, class xử lý,…)</a:t>
            </a:r>
          </a:p>
          <a:p>
            <a:pPr marL="1257300" lvl="2" indent="-342900" algn="l">
              <a:spcBef>
                <a:spcPts val="600"/>
              </a:spcBef>
              <a:buClr>
                <a:srgbClr val="FF0000"/>
              </a:buClr>
              <a:buFont typeface="Arial" panose="020B0604020202020204" pitchFamily="34" charset="0"/>
              <a:buChar char="•"/>
            </a:pPr>
            <a:r>
              <a:rPr lang="en-US" sz="2000">
                <a:solidFill>
                  <a:schemeClr val="accent4">
                    <a:lumMod val="90000"/>
                    <a:lumOff val="10000"/>
                  </a:schemeClr>
                </a:solidFill>
                <a:latin typeface="Times New Roman" panose="02020603050405020304" pitchFamily="18" charset="0"/>
                <a:cs typeface="Times New Roman" panose="02020603050405020304" pitchFamily="18" charset="0"/>
              </a:rPr>
              <a:t>Các loại tín hiệu gửi đến receiver</a:t>
            </a:r>
          </a:p>
          <a:p>
            <a:pPr marL="800100" lvl="1" indent="-342900" algn="l">
              <a:spcBef>
                <a:spcPts val="6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Mô tả về các content provider mà ứng dụng cung cấp</a:t>
            </a:r>
          </a:p>
        </p:txBody>
      </p:sp>
    </p:spTree>
    <p:extLst>
      <p:ext uri="{BB962C8B-B14F-4D97-AF65-F5344CB8AC3E}">
        <p14:creationId xmlns:p14="http://schemas.microsoft.com/office/powerpoint/2010/main" val="37440403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8001000" cy="563563"/>
          </a:xfrm>
        </p:spPr>
        <p:txBody>
          <a:bodyPr/>
          <a:lstStyle/>
          <a:p>
            <a:r>
              <a:rPr lang="en-US" sz="2300" b="1"/>
              <a:t>1.4 ANDROID MANIFEST</a:t>
            </a:r>
          </a:p>
        </p:txBody>
      </p:sp>
      <p:sp>
        <p:nvSpPr>
          <p:cNvPr id="48" name="Date Placeholder 47"/>
          <p:cNvSpPr>
            <a:spLocks noGrp="1"/>
          </p:cNvSpPr>
          <p:nvPr>
            <p:ph type="dt" sz="half" idx="10"/>
          </p:nvPr>
        </p:nvSpPr>
        <p:spPr/>
        <p:txBody>
          <a:bodyPr/>
          <a:lstStyle/>
          <a:p>
            <a:pPr>
              <a:defRPr/>
            </a:pPr>
            <a:r>
              <a:rPr lang="en-US"/>
              <a:t>Khoa CNTT - UNETI</a:t>
            </a:r>
          </a:p>
        </p:txBody>
      </p:sp>
      <p:sp>
        <p:nvSpPr>
          <p:cNvPr id="3" name="Slide Number Placeholder 2"/>
          <p:cNvSpPr>
            <a:spLocks noGrp="1"/>
          </p:cNvSpPr>
          <p:nvPr>
            <p:ph type="sldNum" sz="quarter" idx="12"/>
          </p:nvPr>
        </p:nvSpPr>
        <p:spPr/>
        <p:txBody>
          <a:bodyPr/>
          <a:lstStyle/>
          <a:p>
            <a:pPr>
              <a:defRPr/>
            </a:pPr>
            <a:fld id="{38F16FD5-974A-40BB-8233-36E86F2AA732}" type="slidenum">
              <a:rPr lang="en-US" smtClean="0"/>
              <a:pPr>
                <a:defRPr/>
              </a:pPr>
              <a:t>42</a:t>
            </a:fld>
            <a:endParaRPr lang="en-US"/>
          </a:p>
        </p:txBody>
      </p:sp>
      <p:sp>
        <p:nvSpPr>
          <p:cNvPr id="7" name="TextBox 6">
            <a:extLst>
              <a:ext uri="{FF2B5EF4-FFF2-40B4-BE49-F238E27FC236}">
                <a16:creationId xmlns:a16="http://schemas.microsoft.com/office/drawing/2014/main" id="{369F91A8-5DDF-4E71-BE80-F5D1FF8E2399}"/>
              </a:ext>
            </a:extLst>
          </p:cNvPr>
          <p:cNvSpPr txBox="1"/>
          <p:nvPr/>
        </p:nvSpPr>
        <p:spPr>
          <a:xfrm>
            <a:off x="304800" y="1159563"/>
            <a:ext cx="7772400" cy="461665"/>
          </a:xfrm>
          <a:prstGeom prst="rect">
            <a:avLst/>
          </a:prstGeom>
          <a:noFill/>
        </p:spPr>
        <p:txBody>
          <a:bodyPr wrap="square" rtlCol="0">
            <a:spAutoFit/>
          </a:bodyPr>
          <a:lstStyle/>
          <a:p>
            <a:pPr marL="342900" indent="-342900" algn="l">
              <a:spcBef>
                <a:spcPts val="600"/>
              </a:spcBef>
              <a:buClr>
                <a:srgbClr val="FF0000"/>
              </a:buClr>
              <a:buFont typeface="Arial" panose="020B0604020202020204" pitchFamily="34" charset="0"/>
              <a:buChar char="•"/>
            </a:pPr>
            <a:r>
              <a:rPr lang="en-US">
                <a:solidFill>
                  <a:schemeClr val="accent4">
                    <a:lumMod val="90000"/>
                    <a:lumOff val="10000"/>
                  </a:schemeClr>
                </a:solidFill>
                <a:latin typeface="Times New Roman" panose="02020603050405020304" pitchFamily="18" charset="0"/>
                <a:cs typeface="Times New Roman" panose="02020603050405020304" pitchFamily="18" charset="0"/>
              </a:rPr>
              <a:t>File </a:t>
            </a:r>
            <a:r>
              <a:rPr lang="vi-VN">
                <a:solidFill>
                  <a:schemeClr val="accent4">
                    <a:lumMod val="90000"/>
                    <a:lumOff val="10000"/>
                  </a:schemeClr>
                </a:solidFill>
                <a:latin typeface="Times New Roman" panose="02020603050405020304" pitchFamily="18" charset="0"/>
                <a:cs typeface="Times New Roman" panose="02020603050405020304" pitchFamily="18" charset="0"/>
              </a:rPr>
              <a:t>“AndroidManifest.xml”</a:t>
            </a:r>
            <a:endParaRPr lang="en-US">
              <a:solidFill>
                <a:schemeClr val="accent4">
                  <a:lumMod val="90000"/>
                  <a:lumOff val="10000"/>
                </a:schemeClr>
              </a:solidFill>
              <a:latin typeface="Times New Roman" panose="02020603050405020304" pitchFamily="18" charset="0"/>
              <a:cs typeface="Times New Roman" panose="02020603050405020304" pitchFamily="18" charset="0"/>
            </a:endParaRPr>
          </a:p>
        </p:txBody>
      </p:sp>
      <p:pic>
        <p:nvPicPr>
          <p:cNvPr id="5" name="Picture 4" descr="Text&#10;&#10;Description automatically generated">
            <a:extLst>
              <a:ext uri="{FF2B5EF4-FFF2-40B4-BE49-F238E27FC236}">
                <a16:creationId xmlns:a16="http://schemas.microsoft.com/office/drawing/2014/main" id="{2AAB4A5D-59D5-43DE-89F1-79DC7A4EA6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387" y="1611289"/>
            <a:ext cx="6761226" cy="4659856"/>
          </a:xfrm>
          <a:prstGeom prst="rect">
            <a:avLst/>
          </a:prstGeom>
        </p:spPr>
      </p:pic>
    </p:spTree>
    <p:extLst>
      <p:ext uri="{BB962C8B-B14F-4D97-AF65-F5344CB8AC3E}">
        <p14:creationId xmlns:p14="http://schemas.microsoft.com/office/powerpoint/2010/main" val="938534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43</a:t>
            </a:fld>
            <a:endParaRPr lang="en-US"/>
          </a:p>
        </p:txBody>
      </p:sp>
      <p:sp>
        <p:nvSpPr>
          <p:cNvPr id="9" name="Line 74"/>
          <p:cNvSpPr>
            <a:spLocks noChangeShapeType="1"/>
          </p:cNvSpPr>
          <p:nvPr/>
        </p:nvSpPr>
        <p:spPr bwMode="auto">
          <a:xfrm flipV="1">
            <a:off x="1722737" y="2913011"/>
            <a:ext cx="3078093" cy="569183"/>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AutoShape 5"/>
          <p:cNvSpPr>
            <a:spLocks noChangeArrowheads="1"/>
          </p:cNvSpPr>
          <p:nvPr/>
        </p:nvSpPr>
        <p:spPr bwMode="auto">
          <a:xfrm>
            <a:off x="-7564" y="2637157"/>
            <a:ext cx="1905000" cy="1828800"/>
          </a:xfrm>
          <a:prstGeom prst="star8">
            <a:avLst>
              <a:gd name="adj" fmla="val 40139"/>
            </a:avLst>
          </a:prstGeom>
          <a:solidFill>
            <a:srgbClr val="CC3300"/>
          </a:solidFill>
          <a:ln w="9525">
            <a:solidFill>
              <a:srgbClr val="CC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800" b="1">
                <a:solidFill>
                  <a:srgbClr val="FFFFFF"/>
                </a:solidFill>
                <a:cs typeface="Tahoma" panose="020B0604030504040204" pitchFamily="34" charset="0"/>
              </a:rPr>
              <a:t>LẬP TRÌNH</a:t>
            </a:r>
          </a:p>
          <a:p>
            <a:pPr algn="ctr"/>
            <a:r>
              <a:rPr lang="en-US" altLang="en-US" sz="1800" b="1">
                <a:solidFill>
                  <a:srgbClr val="FFFFFF"/>
                </a:solidFill>
                <a:cs typeface="Tahoma" panose="020B0604030504040204" pitchFamily="34" charset="0"/>
              </a:rPr>
              <a:t> ANDROID</a:t>
            </a:r>
          </a:p>
        </p:txBody>
      </p:sp>
      <p:sp>
        <p:nvSpPr>
          <p:cNvPr id="11" name="Text Box 8"/>
          <p:cNvSpPr txBox="1">
            <a:spLocks noChangeArrowheads="1"/>
          </p:cNvSpPr>
          <p:nvPr/>
        </p:nvSpPr>
        <p:spPr bwMode="auto">
          <a:xfrm>
            <a:off x="2168205" y="2542126"/>
            <a:ext cx="16867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rPr>
              <a:t>Các thành phần ƯD</a:t>
            </a:r>
            <a:endParaRPr lang="en-US" altLang="en-US" sz="1600" b="1">
              <a:solidFill>
                <a:srgbClr val="FFFF00"/>
              </a:solidFill>
              <a:latin typeface=".VnArial Narrow" panose="020B7200000000000000" pitchFamily="34" charset="0"/>
            </a:endParaRPr>
          </a:p>
        </p:txBody>
      </p:sp>
      <p:sp>
        <p:nvSpPr>
          <p:cNvPr id="13" name="Text Box 26"/>
          <p:cNvSpPr txBox="1">
            <a:spLocks noChangeArrowheads="1"/>
          </p:cNvSpPr>
          <p:nvPr/>
        </p:nvSpPr>
        <p:spPr bwMode="auto">
          <a:xfrm>
            <a:off x="2808276" y="5054432"/>
            <a:ext cx="17111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600" b="1">
                <a:solidFill>
                  <a:srgbClr val="993300"/>
                </a:solidFill>
                <a:latin typeface="Verdana" panose="020B0604030504040204" pitchFamily="34" charset="0"/>
                <a:ea typeface="Verdana" panose="020B0604030504040204" pitchFamily="34" charset="0"/>
                <a:cs typeface="Verdana" panose="020B0604030504040204" pitchFamily="34" charset="0"/>
              </a:rPr>
              <a:t>Build</a:t>
            </a:r>
          </a:p>
        </p:txBody>
      </p:sp>
      <p:sp>
        <p:nvSpPr>
          <p:cNvPr id="14" name="Text Box 37"/>
          <p:cNvSpPr txBox="1">
            <a:spLocks noChangeArrowheads="1"/>
          </p:cNvSpPr>
          <p:nvPr/>
        </p:nvSpPr>
        <p:spPr bwMode="auto">
          <a:xfrm>
            <a:off x="929678" y="1717995"/>
            <a:ext cx="130141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cs typeface="Verdana" panose="020B0604030504040204" pitchFamily="34" charset="0"/>
              </a:rPr>
              <a:t>Tổng quan </a:t>
            </a:r>
          </a:p>
        </p:txBody>
      </p:sp>
      <p:sp>
        <p:nvSpPr>
          <p:cNvPr id="16" name="Text Box 41"/>
          <p:cNvSpPr txBox="1">
            <a:spLocks noChangeArrowheads="1"/>
          </p:cNvSpPr>
          <p:nvPr/>
        </p:nvSpPr>
        <p:spPr bwMode="auto">
          <a:xfrm>
            <a:off x="760785" y="4814121"/>
            <a:ext cx="1371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600" b="1">
                <a:latin typeface="Verdana" panose="020B0604030504040204" pitchFamily="34" charset="0"/>
                <a:ea typeface="Verdana" panose="020B0604030504040204" pitchFamily="34" charset="0"/>
              </a:rPr>
              <a:t>Android </a:t>
            </a:r>
          </a:p>
          <a:p>
            <a:pPr algn="ctr"/>
            <a:r>
              <a:rPr lang="en-US" altLang="en-US" sz="1600" b="1">
                <a:latin typeface="Verdana" panose="020B0604030504040204" pitchFamily="34" charset="0"/>
                <a:ea typeface="Verdana" panose="020B0604030504040204" pitchFamily="34" charset="0"/>
              </a:rPr>
              <a:t>Manifest </a:t>
            </a:r>
            <a:endParaRPr lang="en-US" altLang="en-US" sz="2000" b="1">
              <a:solidFill>
                <a:srgbClr val="FFFF00"/>
              </a:solidFill>
              <a:latin typeface=".VnArial Narrow" panose="020B7200000000000000" pitchFamily="34" charset="0"/>
            </a:endParaRPr>
          </a:p>
        </p:txBody>
      </p:sp>
      <p:sp>
        <p:nvSpPr>
          <p:cNvPr id="18" name="Text Box 48"/>
          <p:cNvSpPr txBox="1">
            <a:spLocks noChangeArrowheads="1"/>
          </p:cNvSpPr>
          <p:nvPr/>
        </p:nvSpPr>
        <p:spPr bwMode="auto">
          <a:xfrm>
            <a:off x="2583236" y="1036957"/>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Hệ điều hành</a:t>
            </a:r>
          </a:p>
        </p:txBody>
      </p:sp>
      <p:sp>
        <p:nvSpPr>
          <p:cNvPr id="19" name="Text Box 50"/>
          <p:cNvSpPr txBox="1">
            <a:spLocks noChangeArrowheads="1"/>
          </p:cNvSpPr>
          <p:nvPr/>
        </p:nvSpPr>
        <p:spPr bwMode="auto">
          <a:xfrm>
            <a:off x="4781254" y="2515847"/>
            <a:ext cx="4176122" cy="1323439"/>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l">
              <a:buFont typeface="Wingdings" panose="05000000000000000000" pitchFamily="2" charset="2"/>
              <a:buChar char="Ø"/>
              <a:defRPr/>
            </a:pPr>
            <a:r>
              <a:rPr lang="en-US" altLang="en-US" sz="1600" b="1">
                <a:solidFill>
                  <a:schemeClr val="tx1"/>
                </a:solidFill>
              </a:rPr>
              <a:t>Activity</a:t>
            </a:r>
          </a:p>
          <a:p>
            <a:pPr marL="285750" indent="-285750" algn="l">
              <a:buFont typeface="Wingdings" panose="05000000000000000000" pitchFamily="2" charset="2"/>
              <a:buChar char="Ø"/>
              <a:defRPr/>
            </a:pPr>
            <a:r>
              <a:rPr lang="en-US" altLang="en-US" sz="1600" b="1">
                <a:solidFill>
                  <a:schemeClr val="tx1"/>
                </a:solidFill>
              </a:rPr>
              <a:t>Service</a:t>
            </a:r>
          </a:p>
          <a:p>
            <a:pPr marL="285750" indent="-285750" algn="l">
              <a:buFont typeface="Wingdings" panose="05000000000000000000" pitchFamily="2" charset="2"/>
              <a:buChar char="Ø"/>
              <a:defRPr/>
            </a:pPr>
            <a:r>
              <a:rPr lang="en-US" altLang="en-US" sz="1600" b="1">
                <a:solidFill>
                  <a:schemeClr val="tx1"/>
                </a:solidFill>
              </a:rPr>
              <a:t>Content provider</a:t>
            </a:r>
          </a:p>
          <a:p>
            <a:pPr marL="285750" indent="-285750" algn="l">
              <a:buFont typeface="Wingdings" panose="05000000000000000000" pitchFamily="2" charset="2"/>
              <a:buChar char="Ø"/>
              <a:defRPr/>
            </a:pPr>
            <a:r>
              <a:rPr lang="en-US" altLang="en-US" sz="1600" b="1">
                <a:solidFill>
                  <a:schemeClr val="tx1"/>
                </a:solidFill>
              </a:rPr>
              <a:t>Broadcast receiver</a:t>
            </a:r>
          </a:p>
          <a:p>
            <a:pPr marL="285750" indent="-285750" algn="l">
              <a:buFont typeface="Wingdings" panose="05000000000000000000" pitchFamily="2" charset="2"/>
              <a:buChar char="Ø"/>
              <a:defRPr/>
            </a:pPr>
            <a:r>
              <a:rPr lang="en-US" altLang="en-US" sz="1600" b="1">
                <a:solidFill>
                  <a:schemeClr val="tx1"/>
                </a:solidFill>
              </a:rPr>
              <a:t>Intent</a:t>
            </a:r>
          </a:p>
        </p:txBody>
      </p:sp>
      <p:sp>
        <p:nvSpPr>
          <p:cNvPr id="20" name="Text Box 56"/>
          <p:cNvSpPr txBox="1">
            <a:spLocks noChangeArrowheads="1"/>
          </p:cNvSpPr>
          <p:nvPr/>
        </p:nvSpPr>
        <p:spPr bwMode="auto">
          <a:xfrm>
            <a:off x="2980649" y="5728664"/>
            <a:ext cx="157124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altLang="en-US" sz="1600" b="1">
                <a:solidFill>
                  <a:srgbClr val="993300"/>
                </a:solidFill>
                <a:latin typeface="Verdana" panose="020B0604030504040204" pitchFamily="34" charset="0"/>
                <a:ea typeface="Verdana" panose="020B0604030504040204" pitchFamily="34" charset="0"/>
                <a:cs typeface="Verdana" panose="020B0604030504040204" pitchFamily="34" charset="0"/>
              </a:rPr>
              <a:t>Thành phần </a:t>
            </a:r>
          </a:p>
          <a:p>
            <a:pPr algn="ctr"/>
            <a:r>
              <a:rPr lang="en-US" altLang="en-US" sz="1600" b="1">
                <a:solidFill>
                  <a:srgbClr val="993300"/>
                </a:solidFill>
                <a:latin typeface="Verdana" panose="020B0604030504040204" pitchFamily="34" charset="0"/>
                <a:ea typeface="Verdana" panose="020B0604030504040204" pitchFamily="34" charset="0"/>
                <a:cs typeface="Verdana" panose="020B0604030504040204" pitchFamily="34" charset="0"/>
              </a:rPr>
              <a:t>chính</a:t>
            </a:r>
          </a:p>
        </p:txBody>
      </p:sp>
      <p:sp>
        <p:nvSpPr>
          <p:cNvPr id="22" name="Line 78"/>
          <p:cNvSpPr>
            <a:spLocks noChangeShapeType="1"/>
          </p:cNvSpPr>
          <p:nvPr/>
        </p:nvSpPr>
        <p:spPr bwMode="auto">
          <a:xfrm>
            <a:off x="2901193" y="5410383"/>
            <a:ext cx="0" cy="971136"/>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72"/>
          <p:cNvSpPr>
            <a:spLocks noChangeShapeType="1"/>
          </p:cNvSpPr>
          <p:nvPr/>
        </p:nvSpPr>
        <p:spPr bwMode="auto">
          <a:xfrm flipV="1">
            <a:off x="1592636" y="1717995"/>
            <a:ext cx="1295400" cy="1223962"/>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73"/>
          <p:cNvSpPr>
            <a:spLocks noChangeShapeType="1"/>
          </p:cNvSpPr>
          <p:nvPr/>
        </p:nvSpPr>
        <p:spPr bwMode="auto">
          <a:xfrm>
            <a:off x="1592636" y="4161157"/>
            <a:ext cx="1184684" cy="1695906"/>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76"/>
          <p:cNvSpPr>
            <a:spLocks noChangeShapeType="1"/>
          </p:cNvSpPr>
          <p:nvPr/>
        </p:nvSpPr>
        <p:spPr bwMode="auto">
          <a:xfrm flipV="1">
            <a:off x="2915589" y="1375095"/>
            <a:ext cx="1841102"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Line 81"/>
          <p:cNvSpPr>
            <a:spLocks noChangeShapeType="1"/>
          </p:cNvSpPr>
          <p:nvPr/>
        </p:nvSpPr>
        <p:spPr bwMode="auto">
          <a:xfrm flipV="1">
            <a:off x="2854699" y="5443010"/>
            <a:ext cx="188595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82"/>
          <p:cNvSpPr>
            <a:spLocks noChangeShapeType="1"/>
          </p:cNvSpPr>
          <p:nvPr/>
        </p:nvSpPr>
        <p:spPr bwMode="auto">
          <a:xfrm flipV="1">
            <a:off x="2872727" y="6339237"/>
            <a:ext cx="1917728"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78"/>
          <p:cNvSpPr>
            <a:spLocks noChangeShapeType="1"/>
          </p:cNvSpPr>
          <p:nvPr/>
        </p:nvSpPr>
        <p:spPr bwMode="auto">
          <a:xfrm>
            <a:off x="2965526" y="1375095"/>
            <a:ext cx="0" cy="758505"/>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80"/>
          <p:cNvSpPr>
            <a:spLocks noChangeShapeType="1"/>
          </p:cNvSpPr>
          <p:nvPr/>
        </p:nvSpPr>
        <p:spPr bwMode="auto">
          <a:xfrm flipV="1">
            <a:off x="2950028" y="2098353"/>
            <a:ext cx="1843010"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Text Box 48"/>
          <p:cNvSpPr txBox="1">
            <a:spLocks noChangeArrowheads="1"/>
          </p:cNvSpPr>
          <p:nvPr/>
        </p:nvSpPr>
        <p:spPr bwMode="auto">
          <a:xfrm>
            <a:off x="2771395" y="1701057"/>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Android Studio</a:t>
            </a:r>
          </a:p>
        </p:txBody>
      </p:sp>
      <p:sp>
        <p:nvSpPr>
          <p:cNvPr id="36" name="Line 78"/>
          <p:cNvSpPr>
            <a:spLocks noChangeShapeType="1"/>
          </p:cNvSpPr>
          <p:nvPr/>
        </p:nvSpPr>
        <p:spPr bwMode="auto">
          <a:xfrm>
            <a:off x="3028341" y="3962400"/>
            <a:ext cx="0" cy="766866"/>
          </a:xfrm>
          <a:prstGeom prst="line">
            <a:avLst/>
          </a:prstGeom>
          <a:noFill/>
          <a:ln w="10160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Line 79"/>
          <p:cNvSpPr>
            <a:spLocks noChangeShapeType="1"/>
          </p:cNvSpPr>
          <p:nvPr/>
        </p:nvSpPr>
        <p:spPr bwMode="auto">
          <a:xfrm>
            <a:off x="3011568" y="4014487"/>
            <a:ext cx="1483925" cy="1"/>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 name="Line 80"/>
          <p:cNvSpPr>
            <a:spLocks noChangeShapeType="1"/>
          </p:cNvSpPr>
          <p:nvPr/>
        </p:nvSpPr>
        <p:spPr bwMode="auto">
          <a:xfrm flipV="1">
            <a:off x="2980649" y="4690833"/>
            <a:ext cx="1480091" cy="0"/>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 name="Line 81"/>
          <p:cNvSpPr>
            <a:spLocks noChangeShapeType="1"/>
          </p:cNvSpPr>
          <p:nvPr/>
        </p:nvSpPr>
        <p:spPr bwMode="auto">
          <a:xfrm>
            <a:off x="1176921" y="4080455"/>
            <a:ext cx="1834645" cy="216394"/>
          </a:xfrm>
          <a:prstGeom prst="line">
            <a:avLst/>
          </a:prstGeom>
          <a:noFill/>
          <a:ln w="101600">
            <a:solidFill>
              <a:srgbClr val="CC3300"/>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 name="Text Box 50"/>
          <p:cNvSpPr txBox="1">
            <a:spLocks noChangeArrowheads="1"/>
          </p:cNvSpPr>
          <p:nvPr/>
        </p:nvSpPr>
        <p:spPr bwMode="auto">
          <a:xfrm>
            <a:off x="4757062" y="4306535"/>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mj-lt"/>
              </a:rPr>
              <a:t>onCreate(), onStart(), onResume(),…</a:t>
            </a:r>
          </a:p>
        </p:txBody>
      </p:sp>
      <p:sp>
        <p:nvSpPr>
          <p:cNvPr id="44" name="Text Box 50"/>
          <p:cNvSpPr txBox="1">
            <a:spLocks noChangeArrowheads="1"/>
          </p:cNvSpPr>
          <p:nvPr/>
        </p:nvSpPr>
        <p:spPr bwMode="auto">
          <a:xfrm>
            <a:off x="4777522" y="3926299"/>
            <a:ext cx="4176122" cy="338554"/>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latin typeface="+mj-lt"/>
              </a:rPr>
              <a:t>Gọi hàm setContentView(View)</a:t>
            </a:r>
          </a:p>
        </p:txBody>
      </p:sp>
      <p:sp>
        <p:nvSpPr>
          <p:cNvPr id="45" name="Text Box 50"/>
          <p:cNvSpPr txBox="1">
            <a:spLocks noChangeArrowheads="1"/>
          </p:cNvSpPr>
          <p:nvPr/>
        </p:nvSpPr>
        <p:spPr bwMode="auto">
          <a:xfrm>
            <a:off x="4773477" y="1138879"/>
            <a:ext cx="4143293"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defRPr/>
            </a:pPr>
            <a:r>
              <a:rPr lang="en-US" altLang="en-US" sz="1600" b="1">
                <a:solidFill>
                  <a:schemeClr val="tx1"/>
                </a:solidFill>
              </a:rPr>
              <a:t>Có thể lập trình Android trên nhiều HĐH: windown, linux, Macos,..</a:t>
            </a:r>
          </a:p>
        </p:txBody>
      </p:sp>
      <p:sp>
        <p:nvSpPr>
          <p:cNvPr id="46" name="Text Box 50"/>
          <p:cNvSpPr txBox="1">
            <a:spLocks noChangeArrowheads="1"/>
          </p:cNvSpPr>
          <p:nvPr/>
        </p:nvSpPr>
        <p:spPr bwMode="auto">
          <a:xfrm>
            <a:off x="4768002" y="1818945"/>
            <a:ext cx="4176122" cy="58477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l">
              <a:buFont typeface="Wingdings" panose="05000000000000000000" pitchFamily="2" charset="2"/>
              <a:buChar char="Ø"/>
              <a:defRPr/>
            </a:pPr>
            <a:r>
              <a:rPr lang="en-US" altLang="en-US" sz="1600" b="1">
                <a:solidFill>
                  <a:schemeClr val="tx1"/>
                </a:solidFill>
                <a:latin typeface="+mj-lt"/>
              </a:rPr>
              <a:t>Cài đặt Android Studio</a:t>
            </a:r>
          </a:p>
          <a:p>
            <a:pPr marL="285750" indent="-285750" algn="l">
              <a:buFont typeface="Wingdings" panose="05000000000000000000" pitchFamily="2" charset="2"/>
              <a:buChar char="Ø"/>
              <a:defRPr/>
            </a:pPr>
            <a:r>
              <a:rPr lang="en-US" altLang="en-US" sz="1600" b="1">
                <a:solidFill>
                  <a:schemeClr val="tx1"/>
                </a:solidFill>
                <a:latin typeface="+mj-lt"/>
              </a:rPr>
              <a:t>Cài đặt Android SDK</a:t>
            </a:r>
          </a:p>
        </p:txBody>
      </p:sp>
      <p:sp>
        <p:nvSpPr>
          <p:cNvPr id="47" name="Text Box 50"/>
          <p:cNvSpPr txBox="1">
            <a:spLocks noChangeArrowheads="1"/>
          </p:cNvSpPr>
          <p:nvPr/>
        </p:nvSpPr>
        <p:spPr bwMode="auto">
          <a:xfrm>
            <a:off x="4805359" y="4897667"/>
            <a:ext cx="4143293" cy="830997"/>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l">
              <a:buFont typeface="Wingdings" panose="05000000000000000000" pitchFamily="2" charset="2"/>
              <a:buChar char="Ø"/>
              <a:defRPr/>
            </a:pPr>
            <a:r>
              <a:rPr lang="en-US" altLang="en-US" sz="1600" b="1">
                <a:solidFill>
                  <a:schemeClr val="tx1"/>
                </a:solidFill>
                <a:latin typeface="+mj-lt"/>
              </a:rPr>
              <a:t>Dịch mã nguồn</a:t>
            </a:r>
          </a:p>
          <a:p>
            <a:pPr marL="285750" indent="-285750" algn="l">
              <a:buFont typeface="Wingdings" panose="05000000000000000000" pitchFamily="2" charset="2"/>
              <a:buChar char="Ø"/>
              <a:defRPr/>
            </a:pPr>
            <a:r>
              <a:rPr lang="en-US" altLang="en-US" sz="1600" b="1">
                <a:solidFill>
                  <a:schemeClr val="tx1"/>
                </a:solidFill>
                <a:latin typeface="+mj-lt"/>
              </a:rPr>
              <a:t>Nén các file nhị phân thành file apk</a:t>
            </a:r>
          </a:p>
        </p:txBody>
      </p:sp>
      <p:sp>
        <p:nvSpPr>
          <p:cNvPr id="48" name="Text Box 50"/>
          <p:cNvSpPr txBox="1">
            <a:spLocks noChangeArrowheads="1"/>
          </p:cNvSpPr>
          <p:nvPr/>
        </p:nvSpPr>
        <p:spPr bwMode="auto">
          <a:xfrm>
            <a:off x="4800831" y="5813433"/>
            <a:ext cx="4143293" cy="830997"/>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l">
              <a:buFont typeface="Wingdings" panose="05000000000000000000" pitchFamily="2" charset="2"/>
              <a:buChar char="Ø"/>
              <a:defRPr/>
            </a:pPr>
            <a:r>
              <a:rPr lang="en-US" altLang="en-US" sz="1600" b="1">
                <a:solidFill>
                  <a:schemeClr val="tx1"/>
                </a:solidFill>
                <a:latin typeface="+mj-lt"/>
              </a:rPr>
              <a:t>activity </a:t>
            </a:r>
          </a:p>
          <a:p>
            <a:pPr marL="285750" indent="-285750" algn="l">
              <a:buFont typeface="Wingdings" panose="05000000000000000000" pitchFamily="2" charset="2"/>
              <a:buChar char="Ø"/>
              <a:defRPr/>
            </a:pPr>
            <a:r>
              <a:rPr lang="en-US" altLang="en-US" sz="1600" b="1">
                <a:solidFill>
                  <a:schemeClr val="tx1"/>
                </a:solidFill>
                <a:latin typeface="+mj-lt"/>
              </a:rPr>
              <a:t>service</a:t>
            </a:r>
          </a:p>
          <a:p>
            <a:pPr marL="285750" indent="-285750" algn="l">
              <a:buFont typeface="Wingdings" panose="05000000000000000000" pitchFamily="2" charset="2"/>
              <a:buChar char="Ø"/>
              <a:defRPr/>
            </a:pPr>
            <a:r>
              <a:rPr lang="en-US" altLang="en-US" sz="1600" b="1">
                <a:solidFill>
                  <a:schemeClr val="tx1"/>
                </a:solidFill>
                <a:latin typeface="+mj-lt"/>
              </a:rPr>
              <a:t>content provider</a:t>
            </a:r>
          </a:p>
        </p:txBody>
      </p:sp>
      <p:sp>
        <p:nvSpPr>
          <p:cNvPr id="49" name="Shape 519"/>
          <p:cNvSpPr txBox="1">
            <a:spLocks/>
          </p:cNvSpPr>
          <p:nvPr/>
        </p:nvSpPr>
        <p:spPr bwMode="white">
          <a:xfrm>
            <a:off x="1041777" y="180655"/>
            <a:ext cx="7924800" cy="941388"/>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b="1" kern="0" err="1"/>
              <a:t>Tổng</a:t>
            </a:r>
            <a:r>
              <a:rPr lang="en-US" b="1" kern="0"/>
              <a:t> </a:t>
            </a:r>
            <a:r>
              <a:rPr lang="en-US" b="1" kern="0" err="1"/>
              <a:t>kết</a:t>
            </a:r>
            <a:endParaRPr lang="vi-VN" b="1" kern="0"/>
          </a:p>
        </p:txBody>
      </p:sp>
      <p:sp>
        <p:nvSpPr>
          <p:cNvPr id="43" name="Text Box 8">
            <a:extLst>
              <a:ext uri="{FF2B5EF4-FFF2-40B4-BE49-F238E27FC236}">
                <a16:creationId xmlns:a16="http://schemas.microsoft.com/office/drawing/2014/main" id="{EA8FA9D7-44BD-4425-95A1-4AD1F358AAEC}"/>
              </a:ext>
            </a:extLst>
          </p:cNvPr>
          <p:cNvSpPr txBox="1">
            <a:spLocks noChangeArrowheads="1"/>
          </p:cNvSpPr>
          <p:nvPr/>
        </p:nvSpPr>
        <p:spPr bwMode="auto">
          <a:xfrm>
            <a:off x="1341615" y="3717031"/>
            <a:ext cx="168672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b="1">
                <a:latin typeface="Verdana" panose="020B0604030504040204" pitchFamily="34" charset="0"/>
                <a:ea typeface="Verdana" panose="020B0604030504040204" pitchFamily="34" charset="0"/>
              </a:rPr>
              <a:t>Activity</a:t>
            </a:r>
            <a:endParaRPr lang="en-US" altLang="en-US" sz="1600" b="1">
              <a:solidFill>
                <a:srgbClr val="FFFF00"/>
              </a:solidFill>
              <a:latin typeface=".VnArial Narrow" panose="020B7200000000000000" pitchFamily="34" charset="0"/>
            </a:endParaRPr>
          </a:p>
        </p:txBody>
      </p:sp>
      <p:sp>
        <p:nvSpPr>
          <p:cNvPr id="50" name="Text Box 48">
            <a:extLst>
              <a:ext uri="{FF2B5EF4-FFF2-40B4-BE49-F238E27FC236}">
                <a16:creationId xmlns:a16="http://schemas.microsoft.com/office/drawing/2014/main" id="{13DA80C7-54E8-4AEF-BEAF-32627DD920DA}"/>
              </a:ext>
            </a:extLst>
          </p:cNvPr>
          <p:cNvSpPr txBox="1">
            <a:spLocks noChangeArrowheads="1"/>
          </p:cNvSpPr>
          <p:nvPr/>
        </p:nvSpPr>
        <p:spPr bwMode="auto">
          <a:xfrm>
            <a:off x="2653392" y="3583674"/>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Tạo Activity</a:t>
            </a:r>
          </a:p>
        </p:txBody>
      </p:sp>
      <p:sp>
        <p:nvSpPr>
          <p:cNvPr id="51" name="Text Box 48">
            <a:extLst>
              <a:ext uri="{FF2B5EF4-FFF2-40B4-BE49-F238E27FC236}">
                <a16:creationId xmlns:a16="http://schemas.microsoft.com/office/drawing/2014/main" id="{174C01D1-6C94-48C3-8150-882C60D4911A}"/>
              </a:ext>
            </a:extLst>
          </p:cNvPr>
          <p:cNvSpPr txBox="1">
            <a:spLocks noChangeArrowheads="1"/>
          </p:cNvSpPr>
          <p:nvPr/>
        </p:nvSpPr>
        <p:spPr bwMode="auto">
          <a:xfrm>
            <a:off x="2729287" y="4302671"/>
            <a:ext cx="22002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1600" b="1">
                <a:solidFill>
                  <a:srgbClr val="993300"/>
                </a:solidFill>
                <a:latin typeface="+mj-lt"/>
              </a:rPr>
              <a:t>Vòng đời</a:t>
            </a:r>
          </a:p>
        </p:txBody>
      </p:sp>
    </p:spTree>
    <p:extLst>
      <p:ext uri="{BB962C8B-B14F-4D97-AF65-F5344CB8AC3E}">
        <p14:creationId xmlns:p14="http://schemas.microsoft.com/office/powerpoint/2010/main" val="2405444126"/>
      </p:ext>
    </p:extLst>
  </p:cSld>
  <p:clrMapOvr>
    <a:masterClrMapping/>
  </p:clrMapOvr>
  <p:transition spd="slow"/>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strVal val="(6*min(max(#ppt_w*#ppt_h,.3),1)-7.4)/-.7*#ppt_w"/>
                                          </p:val>
                                        </p:tav>
                                        <p:tav tm="100000">
                                          <p:val>
                                            <p:strVal val="#ppt_w"/>
                                          </p:val>
                                        </p:tav>
                                      </p:tavLst>
                                    </p:anim>
                                    <p:anim calcmode="lin" valueType="num">
                                      <p:cBhvr>
                                        <p:cTn id="8" dur="500" fill="hold"/>
                                        <p:tgtEl>
                                          <p:spTgt spid="10"/>
                                        </p:tgtEl>
                                        <p:attrNameLst>
                                          <p:attrName>ppt_h</p:attrName>
                                        </p:attrNameLst>
                                      </p:cBhvr>
                                      <p:tavLst>
                                        <p:tav tm="0">
                                          <p:val>
                                            <p:strVal val="(6*min(max(#ppt_w*#ppt_h,.3),1)-7.4)/-.7*#ppt_h"/>
                                          </p:val>
                                        </p:tav>
                                        <p:tav tm="100000">
                                          <p:val>
                                            <p:strVal val="#ppt_h"/>
                                          </p:val>
                                        </p:tav>
                                      </p:tavLst>
                                    </p:anim>
                                    <p:anim calcmode="lin" valueType="num">
                                      <p:cBhvr>
                                        <p:cTn id="9" dur="500" fill="hold"/>
                                        <p:tgtEl>
                                          <p:spTgt spid="10"/>
                                        </p:tgtEl>
                                        <p:attrNameLst>
                                          <p:attrName>ppt_x</p:attrName>
                                        </p:attrNameLst>
                                      </p:cBhvr>
                                      <p:tavLst>
                                        <p:tav tm="0">
                                          <p:val>
                                            <p:fltVal val="0.5"/>
                                          </p:val>
                                        </p:tav>
                                        <p:tav tm="100000">
                                          <p:val>
                                            <p:strVal val="#ppt_x"/>
                                          </p:val>
                                        </p:tav>
                                      </p:tavLst>
                                    </p:anim>
                                    <p:anim calcmode="lin" valueType="num">
                                      <p:cBhvr>
                                        <p:cTn id="10" dur="500" fill="hold"/>
                                        <p:tgtEl>
                                          <p:spTgt spid="10"/>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500"/>
                            </p:stCondLst>
                            <p:childTnLst>
                              <p:par>
                                <p:cTn id="12" presetID="22" presetClass="entr" presetSubtype="4" fill="hold"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up)">
                                      <p:cBhvr>
                                        <p:cTn id="30" dur="500"/>
                                        <p:tgtEl>
                                          <p:spTgt spid="24"/>
                                        </p:tgtEl>
                                      </p:cBhvr>
                                    </p:animEffect>
                                  </p:childTnLst>
                                </p:cTn>
                              </p:par>
                            </p:childTnLst>
                          </p:cTn>
                        </p:par>
                        <p:par>
                          <p:cTn id="31" fill="hold">
                            <p:stCondLst>
                              <p:cond delay="3000"/>
                            </p:stCondLst>
                            <p:childTnLst>
                              <p:par>
                                <p:cTn id="32" presetID="22" presetClass="entr" presetSubtype="1" fill="hold" nodeType="after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up)">
                                      <p:cBhvr>
                                        <p:cTn id="34" dur="500"/>
                                        <p:tgtEl>
                                          <p:spTgt spid="33"/>
                                        </p:tgtEl>
                                      </p:cBhvr>
                                    </p:animEffect>
                                  </p:childTnLst>
                                </p:cTn>
                              </p:par>
                            </p:childTnLst>
                          </p:cTn>
                        </p:par>
                        <p:par>
                          <p:cTn id="35" fill="hold">
                            <p:stCondLst>
                              <p:cond delay="3500"/>
                            </p:stCondLst>
                            <p:childTnLst>
                              <p:par>
                                <p:cTn id="36" presetID="22" presetClass="entr" presetSubtype="8" fill="hold" nodeType="after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left)">
                                      <p:cBhvr>
                                        <p:cTn id="38" dur="500"/>
                                        <p:tgtEl>
                                          <p:spTgt spid="25"/>
                                        </p:tgtEl>
                                      </p:cBhvr>
                                    </p:animEffect>
                                  </p:childTnLst>
                                </p:cTn>
                              </p:par>
                            </p:childTnLst>
                          </p:cTn>
                        </p:par>
                        <p:par>
                          <p:cTn id="39" fill="hold">
                            <p:stCondLst>
                              <p:cond delay="4000"/>
                            </p:stCondLst>
                            <p:childTnLst>
                              <p:par>
                                <p:cTn id="40" presetID="22" presetClass="entr" presetSubtype="8"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par>
                          <p:cTn id="43" fill="hold">
                            <p:stCondLst>
                              <p:cond delay="4500"/>
                            </p:stCondLst>
                            <p:childTnLst>
                              <p:par>
                                <p:cTn id="44" presetID="22" presetClass="entr" presetSubtype="8" fill="hold" grpId="0" nodeType="after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wipe(left)">
                                      <p:cBhvr>
                                        <p:cTn id="46" dur="500"/>
                                        <p:tgtEl>
                                          <p:spTgt spid="34"/>
                                        </p:tgtEl>
                                      </p:cBhvr>
                                    </p:animEffect>
                                  </p:childTnLst>
                                </p:cTn>
                              </p:par>
                            </p:childTnLst>
                          </p:cTn>
                        </p:par>
                        <p:par>
                          <p:cTn id="47" fill="hold">
                            <p:stCondLst>
                              <p:cond delay="5000"/>
                            </p:stCondLst>
                            <p:childTnLst>
                              <p:par>
                                <p:cTn id="48" presetID="22" presetClass="entr" presetSubtype="8" fill="hold" grpId="0" nodeType="after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wipe(left)">
                                      <p:cBhvr>
                                        <p:cTn id="50" dur="500"/>
                                        <p:tgtEl>
                                          <p:spTgt spid="35"/>
                                        </p:tgtEl>
                                      </p:cBhvr>
                                    </p:animEffect>
                                  </p:childTnLst>
                                </p:cTn>
                              </p:par>
                            </p:childTnLst>
                          </p:cTn>
                        </p:par>
                        <p:par>
                          <p:cTn id="51" fill="hold">
                            <p:stCondLst>
                              <p:cond delay="5500"/>
                            </p:stCondLst>
                            <p:childTnLst>
                              <p:par>
                                <p:cTn id="52" presetID="22" presetClass="exit" presetSubtype="8" repeatCount="indefinite" nodeType="afterEffect">
                                  <p:stCondLst>
                                    <p:cond delay="0"/>
                                  </p:stCondLst>
                                  <p:endCondLst>
                                    <p:cond evt="onNext" delay="0">
                                      <p:tgtEl>
                                        <p:sldTgt/>
                                      </p:tgtEl>
                                    </p:cond>
                                  </p:endCondLst>
                                  <p:childTnLst>
                                    <p:animEffect transition="out" filter="wipe(left)">
                                      <p:cBhvr>
                                        <p:cTn id="53" dur="500"/>
                                        <p:tgtEl>
                                          <p:spTgt spid="25"/>
                                        </p:tgtEl>
                                      </p:cBhvr>
                                    </p:animEffect>
                                    <p:set>
                                      <p:cBhvr>
                                        <p:cTn id="54" dur="1" fill="hold">
                                          <p:stCondLst>
                                            <p:cond delay="499"/>
                                          </p:stCondLst>
                                        </p:cTn>
                                        <p:tgtEl>
                                          <p:spTgt spid="2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5" presetClass="entr" presetSubtype="10" fill="hold" grpId="0" nodeType="clickEffect">
                                  <p:stCondLst>
                                    <p:cond delay="0"/>
                                  </p:stCondLst>
                                  <p:childTnLst>
                                    <p:set>
                                      <p:cBhvr>
                                        <p:cTn id="58" dur="1" fill="hold">
                                          <p:stCondLst>
                                            <p:cond delay="0"/>
                                          </p:stCondLst>
                                        </p:cTn>
                                        <p:tgtEl>
                                          <p:spTgt spid="45">
                                            <p:bg/>
                                          </p:spTgt>
                                        </p:tgtEl>
                                        <p:attrNameLst>
                                          <p:attrName>style.visibility</p:attrName>
                                        </p:attrNameLst>
                                      </p:cBhvr>
                                      <p:to>
                                        <p:strVal val="visible"/>
                                      </p:to>
                                    </p:set>
                                    <p:animEffect transition="in" filter="checkerboard(across)">
                                      <p:cBhvr>
                                        <p:cTn id="59" dur="500"/>
                                        <p:tgtEl>
                                          <p:spTgt spid="45">
                                            <p:bg/>
                                          </p:spTgt>
                                        </p:tgtEl>
                                      </p:cBhvr>
                                    </p:animEffect>
                                  </p:childTnLst>
                                </p:cTn>
                              </p:par>
                            </p:childTnLst>
                          </p:cTn>
                        </p:par>
                        <p:par>
                          <p:cTn id="60" fill="hold">
                            <p:stCondLst>
                              <p:cond delay="500"/>
                            </p:stCondLst>
                            <p:childTnLst>
                              <p:par>
                                <p:cTn id="61" presetID="5" presetClass="entr" presetSubtype="10" fill="hold" grpId="0" nodeType="afterEffect">
                                  <p:stCondLst>
                                    <p:cond delay="0"/>
                                  </p:stCondLst>
                                  <p:childTnLst>
                                    <p:set>
                                      <p:cBhvr>
                                        <p:cTn id="62" dur="1" fill="hold">
                                          <p:stCondLst>
                                            <p:cond delay="0"/>
                                          </p:stCondLst>
                                        </p:cTn>
                                        <p:tgtEl>
                                          <p:spTgt spid="45">
                                            <p:txEl>
                                              <p:pRg st="0" end="0"/>
                                            </p:txEl>
                                          </p:spTgt>
                                        </p:tgtEl>
                                        <p:attrNameLst>
                                          <p:attrName>style.visibility</p:attrName>
                                        </p:attrNameLst>
                                      </p:cBhvr>
                                      <p:to>
                                        <p:strVal val="visible"/>
                                      </p:to>
                                    </p:set>
                                    <p:animEffect transition="in" filter="checkerboard(across)">
                                      <p:cBhvr>
                                        <p:cTn id="63" dur="500"/>
                                        <p:tgtEl>
                                          <p:spTgt spid="45">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5" presetClass="entr" presetSubtype="10" fill="hold" grpId="0" nodeType="clickEffect">
                                  <p:stCondLst>
                                    <p:cond delay="0"/>
                                  </p:stCondLst>
                                  <p:childTnLst>
                                    <p:set>
                                      <p:cBhvr>
                                        <p:cTn id="67" dur="1" fill="hold">
                                          <p:stCondLst>
                                            <p:cond delay="0"/>
                                          </p:stCondLst>
                                        </p:cTn>
                                        <p:tgtEl>
                                          <p:spTgt spid="46">
                                            <p:bg/>
                                          </p:spTgt>
                                        </p:tgtEl>
                                        <p:attrNameLst>
                                          <p:attrName>style.visibility</p:attrName>
                                        </p:attrNameLst>
                                      </p:cBhvr>
                                      <p:to>
                                        <p:strVal val="visible"/>
                                      </p:to>
                                    </p:set>
                                    <p:animEffect transition="in" filter="checkerboard(across)">
                                      <p:cBhvr>
                                        <p:cTn id="68" dur="500"/>
                                        <p:tgtEl>
                                          <p:spTgt spid="46">
                                            <p:bg/>
                                          </p:spTgt>
                                        </p:tgtEl>
                                      </p:cBhvr>
                                    </p:animEffect>
                                  </p:childTnLst>
                                </p:cTn>
                              </p:par>
                              <p:par>
                                <p:cTn id="69" presetID="5" presetClass="entr" presetSubtype="10" fill="hold" grpId="0" nodeType="withEffect">
                                  <p:stCondLst>
                                    <p:cond delay="0"/>
                                  </p:stCondLst>
                                  <p:childTnLst>
                                    <p:set>
                                      <p:cBhvr>
                                        <p:cTn id="70" dur="1" fill="hold">
                                          <p:stCondLst>
                                            <p:cond delay="0"/>
                                          </p:stCondLst>
                                        </p:cTn>
                                        <p:tgtEl>
                                          <p:spTgt spid="46">
                                            <p:txEl>
                                              <p:pRg st="0" end="0"/>
                                            </p:txEl>
                                          </p:spTgt>
                                        </p:tgtEl>
                                        <p:attrNameLst>
                                          <p:attrName>style.visibility</p:attrName>
                                        </p:attrNameLst>
                                      </p:cBhvr>
                                      <p:to>
                                        <p:strVal val="visible"/>
                                      </p:to>
                                    </p:set>
                                    <p:animEffect transition="in" filter="checkerboard(across)">
                                      <p:cBhvr>
                                        <p:cTn id="71" dur="500"/>
                                        <p:tgtEl>
                                          <p:spTgt spid="46">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5" presetClass="entr" presetSubtype="10" fill="hold" grpId="0" nodeType="clickEffect">
                                  <p:stCondLst>
                                    <p:cond delay="0"/>
                                  </p:stCondLst>
                                  <p:childTnLst>
                                    <p:set>
                                      <p:cBhvr>
                                        <p:cTn id="75" dur="1" fill="hold">
                                          <p:stCondLst>
                                            <p:cond delay="0"/>
                                          </p:stCondLst>
                                        </p:cTn>
                                        <p:tgtEl>
                                          <p:spTgt spid="46">
                                            <p:txEl>
                                              <p:pRg st="1" end="1"/>
                                            </p:txEl>
                                          </p:spTgt>
                                        </p:tgtEl>
                                        <p:attrNameLst>
                                          <p:attrName>style.visibility</p:attrName>
                                        </p:attrNameLst>
                                      </p:cBhvr>
                                      <p:to>
                                        <p:strVal val="visible"/>
                                      </p:to>
                                    </p:set>
                                    <p:animEffect transition="in" filter="checkerboard(across)">
                                      <p:cBhvr>
                                        <p:cTn id="76" dur="500"/>
                                        <p:tgtEl>
                                          <p:spTgt spid="46">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wipe(left)">
                                      <p:cBhvr>
                                        <p:cTn id="81" dur="1100"/>
                                        <p:tgtEl>
                                          <p:spTgt spid="36"/>
                                        </p:tgtEl>
                                      </p:cBhvr>
                                    </p:animEffect>
                                  </p:childTnLst>
                                </p:cTn>
                              </p:par>
                            </p:childTnLst>
                          </p:cTn>
                        </p:par>
                        <p:par>
                          <p:cTn id="82" fill="hold">
                            <p:stCondLst>
                              <p:cond delay="1100"/>
                            </p:stCondLst>
                            <p:childTnLst>
                              <p:par>
                                <p:cTn id="83" presetID="22" presetClass="entr" presetSubtype="8" fill="hold" nodeType="after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wipe(left)">
                                      <p:cBhvr>
                                        <p:cTn id="85" dur="500"/>
                                        <p:tgtEl>
                                          <p:spTgt spid="37"/>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wipe(left)">
                                      <p:cBhvr>
                                        <p:cTn id="90" dur="500"/>
                                        <p:tgtEl>
                                          <p:spTgt spid="38"/>
                                        </p:tgtEl>
                                      </p:cBhvr>
                                    </p:animEffect>
                                  </p:childTnLst>
                                </p:cTn>
                              </p:par>
                            </p:childTnLst>
                          </p:cTn>
                        </p:par>
                        <p:par>
                          <p:cTn id="91" fill="hold">
                            <p:stCondLst>
                              <p:cond delay="500"/>
                            </p:stCondLst>
                            <p:childTnLst>
                              <p:par>
                                <p:cTn id="92" presetID="22" presetClass="entr" presetSubtype="8" fill="hold" nodeType="after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wipe(left)">
                                      <p:cBhvr>
                                        <p:cTn id="94" dur="500"/>
                                        <p:tgtEl>
                                          <p:spTgt spid="39"/>
                                        </p:tgtEl>
                                      </p:cBhvr>
                                    </p:animEffect>
                                  </p:childTnLst>
                                </p:cTn>
                              </p:par>
                              <p:par>
                                <p:cTn id="95" presetID="22" presetClass="exit" presetSubtype="8" repeatCount="indefinite" nodeType="withEffect">
                                  <p:stCondLst>
                                    <p:cond delay="0"/>
                                  </p:stCondLst>
                                  <p:endCondLst>
                                    <p:cond evt="onNext" delay="0">
                                      <p:tgtEl>
                                        <p:sldTgt/>
                                      </p:tgtEl>
                                    </p:cond>
                                  </p:endCondLst>
                                  <p:childTnLst>
                                    <p:animEffect transition="out" filter="wipe(left)">
                                      <p:cBhvr>
                                        <p:cTn id="96" dur="500"/>
                                        <p:tgtEl>
                                          <p:spTgt spid="37"/>
                                        </p:tgtEl>
                                      </p:cBhvr>
                                    </p:animEffect>
                                    <p:set>
                                      <p:cBhvr>
                                        <p:cTn id="97" dur="1" fill="hold">
                                          <p:stCondLst>
                                            <p:cond delay="499"/>
                                          </p:stCondLst>
                                        </p:cTn>
                                        <p:tgtEl>
                                          <p:spTgt spid="37"/>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5" presetClass="entr" presetSubtype="10" fill="hold" grpId="0" nodeType="clickEffect">
                                  <p:stCondLst>
                                    <p:cond delay="0"/>
                                  </p:stCondLst>
                                  <p:childTnLst>
                                    <p:set>
                                      <p:cBhvr>
                                        <p:cTn id="101" dur="1" fill="hold">
                                          <p:stCondLst>
                                            <p:cond delay="0"/>
                                          </p:stCondLst>
                                        </p:cTn>
                                        <p:tgtEl>
                                          <p:spTgt spid="19">
                                            <p:bg/>
                                          </p:spTgt>
                                        </p:tgtEl>
                                        <p:attrNameLst>
                                          <p:attrName>style.visibility</p:attrName>
                                        </p:attrNameLst>
                                      </p:cBhvr>
                                      <p:to>
                                        <p:strVal val="visible"/>
                                      </p:to>
                                    </p:set>
                                    <p:animEffect transition="in" filter="checkerboard(across)">
                                      <p:cBhvr>
                                        <p:cTn id="102" dur="500"/>
                                        <p:tgtEl>
                                          <p:spTgt spid="19">
                                            <p:bg/>
                                          </p:spTgt>
                                        </p:tgtEl>
                                      </p:cBhvr>
                                    </p:animEffect>
                                  </p:childTnLst>
                                </p:cTn>
                              </p:par>
                              <p:par>
                                <p:cTn id="103" presetID="5" presetClass="entr" presetSubtype="10" fill="hold" grpId="0" nodeType="withEffect">
                                  <p:stCondLst>
                                    <p:cond delay="0"/>
                                  </p:stCondLst>
                                  <p:childTnLst>
                                    <p:set>
                                      <p:cBhvr>
                                        <p:cTn id="104" dur="1" fill="hold">
                                          <p:stCondLst>
                                            <p:cond delay="0"/>
                                          </p:stCondLst>
                                        </p:cTn>
                                        <p:tgtEl>
                                          <p:spTgt spid="19">
                                            <p:txEl>
                                              <p:pRg st="0" end="0"/>
                                            </p:txEl>
                                          </p:spTgt>
                                        </p:tgtEl>
                                        <p:attrNameLst>
                                          <p:attrName>style.visibility</p:attrName>
                                        </p:attrNameLst>
                                      </p:cBhvr>
                                      <p:to>
                                        <p:strVal val="visible"/>
                                      </p:to>
                                    </p:set>
                                    <p:animEffect transition="in" filter="checkerboard(across)">
                                      <p:cBhvr>
                                        <p:cTn id="105" dur="500"/>
                                        <p:tgtEl>
                                          <p:spTgt spid="19">
                                            <p:txEl>
                                              <p:pRg st="0" end="0"/>
                                            </p:txEl>
                                          </p:spTgt>
                                        </p:tgtEl>
                                      </p:cBhvr>
                                    </p:animEffect>
                                  </p:childTnLst>
                                </p:cTn>
                              </p:par>
                              <p:par>
                                <p:cTn id="106" presetID="5" presetClass="entr" presetSubtype="10" fill="hold" grpId="0" nodeType="withEffect">
                                  <p:stCondLst>
                                    <p:cond delay="0"/>
                                  </p:stCondLst>
                                  <p:childTnLst>
                                    <p:set>
                                      <p:cBhvr>
                                        <p:cTn id="107" dur="1" fill="hold">
                                          <p:stCondLst>
                                            <p:cond delay="0"/>
                                          </p:stCondLst>
                                        </p:cTn>
                                        <p:tgtEl>
                                          <p:spTgt spid="19">
                                            <p:txEl>
                                              <p:pRg st="1" end="1"/>
                                            </p:txEl>
                                          </p:spTgt>
                                        </p:tgtEl>
                                        <p:attrNameLst>
                                          <p:attrName>style.visibility</p:attrName>
                                        </p:attrNameLst>
                                      </p:cBhvr>
                                      <p:to>
                                        <p:strVal val="visible"/>
                                      </p:to>
                                    </p:set>
                                    <p:animEffect transition="in" filter="checkerboard(across)">
                                      <p:cBhvr>
                                        <p:cTn id="108" dur="500"/>
                                        <p:tgtEl>
                                          <p:spTgt spid="19">
                                            <p:txEl>
                                              <p:pRg st="1" end="1"/>
                                            </p:txEl>
                                          </p:spTgt>
                                        </p:tgtEl>
                                      </p:cBhvr>
                                    </p:animEffect>
                                  </p:childTnLst>
                                </p:cTn>
                              </p:par>
                              <p:par>
                                <p:cTn id="109" presetID="5" presetClass="entr" presetSubtype="10" fill="hold" grpId="0" nodeType="withEffect">
                                  <p:stCondLst>
                                    <p:cond delay="0"/>
                                  </p:stCondLst>
                                  <p:childTnLst>
                                    <p:set>
                                      <p:cBhvr>
                                        <p:cTn id="110" dur="1" fill="hold">
                                          <p:stCondLst>
                                            <p:cond delay="0"/>
                                          </p:stCondLst>
                                        </p:cTn>
                                        <p:tgtEl>
                                          <p:spTgt spid="19">
                                            <p:txEl>
                                              <p:pRg st="2" end="2"/>
                                            </p:txEl>
                                          </p:spTgt>
                                        </p:tgtEl>
                                        <p:attrNameLst>
                                          <p:attrName>style.visibility</p:attrName>
                                        </p:attrNameLst>
                                      </p:cBhvr>
                                      <p:to>
                                        <p:strVal val="visible"/>
                                      </p:to>
                                    </p:set>
                                    <p:animEffect transition="in" filter="checkerboard(across)">
                                      <p:cBhvr>
                                        <p:cTn id="111" dur="500"/>
                                        <p:tgtEl>
                                          <p:spTgt spid="19">
                                            <p:txEl>
                                              <p:pRg st="2" end="2"/>
                                            </p:txEl>
                                          </p:spTgt>
                                        </p:tgtEl>
                                      </p:cBhvr>
                                    </p:animEffect>
                                  </p:childTnLst>
                                </p:cTn>
                              </p:par>
                              <p:par>
                                <p:cTn id="112" presetID="5" presetClass="entr" presetSubtype="10" fill="hold" grpId="0" nodeType="withEffect">
                                  <p:stCondLst>
                                    <p:cond delay="0"/>
                                  </p:stCondLst>
                                  <p:childTnLst>
                                    <p:set>
                                      <p:cBhvr>
                                        <p:cTn id="113" dur="1" fill="hold">
                                          <p:stCondLst>
                                            <p:cond delay="0"/>
                                          </p:stCondLst>
                                        </p:cTn>
                                        <p:tgtEl>
                                          <p:spTgt spid="19">
                                            <p:txEl>
                                              <p:pRg st="3" end="3"/>
                                            </p:txEl>
                                          </p:spTgt>
                                        </p:tgtEl>
                                        <p:attrNameLst>
                                          <p:attrName>style.visibility</p:attrName>
                                        </p:attrNameLst>
                                      </p:cBhvr>
                                      <p:to>
                                        <p:strVal val="visible"/>
                                      </p:to>
                                    </p:set>
                                    <p:animEffect transition="in" filter="checkerboard(across)">
                                      <p:cBhvr>
                                        <p:cTn id="114" dur="500"/>
                                        <p:tgtEl>
                                          <p:spTgt spid="19">
                                            <p:txEl>
                                              <p:pRg st="3" end="3"/>
                                            </p:txEl>
                                          </p:spTgt>
                                        </p:tgtEl>
                                      </p:cBhvr>
                                    </p:animEffect>
                                  </p:childTnLst>
                                </p:cTn>
                              </p:par>
                              <p:par>
                                <p:cTn id="115" presetID="5" presetClass="entr" presetSubtype="10" fill="hold" grpId="0" nodeType="withEffect">
                                  <p:stCondLst>
                                    <p:cond delay="0"/>
                                  </p:stCondLst>
                                  <p:childTnLst>
                                    <p:set>
                                      <p:cBhvr>
                                        <p:cTn id="116" dur="1" fill="hold">
                                          <p:stCondLst>
                                            <p:cond delay="0"/>
                                          </p:stCondLst>
                                        </p:cTn>
                                        <p:tgtEl>
                                          <p:spTgt spid="19">
                                            <p:txEl>
                                              <p:pRg st="4" end="4"/>
                                            </p:txEl>
                                          </p:spTgt>
                                        </p:tgtEl>
                                        <p:attrNameLst>
                                          <p:attrName>style.visibility</p:attrName>
                                        </p:attrNameLst>
                                      </p:cBhvr>
                                      <p:to>
                                        <p:strVal val="visible"/>
                                      </p:to>
                                    </p:set>
                                    <p:animEffect transition="in" filter="checkerboard(across)">
                                      <p:cBhvr>
                                        <p:cTn id="117" dur="500"/>
                                        <p:tgtEl>
                                          <p:spTgt spid="19">
                                            <p:txEl>
                                              <p:pRg st="4" end="4"/>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xit" presetSubtype="8" repeatCount="indefinite" nodeType="clickEffect">
                                  <p:stCondLst>
                                    <p:cond delay="0"/>
                                  </p:stCondLst>
                                  <p:endCondLst>
                                    <p:cond evt="onNext" delay="0">
                                      <p:tgtEl>
                                        <p:sldTgt/>
                                      </p:tgtEl>
                                    </p:cond>
                                  </p:endCondLst>
                                  <p:childTnLst>
                                    <p:animEffect transition="out" filter="wipe(left)">
                                      <p:cBhvr>
                                        <p:cTn id="121" dur="500"/>
                                        <p:tgtEl>
                                          <p:spTgt spid="38"/>
                                        </p:tgtEl>
                                      </p:cBhvr>
                                    </p:animEffect>
                                    <p:set>
                                      <p:cBhvr>
                                        <p:cTn id="122" dur="1" fill="hold">
                                          <p:stCondLst>
                                            <p:cond delay="499"/>
                                          </p:stCondLst>
                                        </p:cTn>
                                        <p:tgtEl>
                                          <p:spTgt spid="38"/>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5" presetClass="entr" presetSubtype="10" fill="hold" grpId="0" nodeType="clickEffect">
                                  <p:stCondLst>
                                    <p:cond delay="0"/>
                                  </p:stCondLst>
                                  <p:childTnLst>
                                    <p:set>
                                      <p:cBhvr>
                                        <p:cTn id="126" dur="1" fill="hold">
                                          <p:stCondLst>
                                            <p:cond delay="0"/>
                                          </p:stCondLst>
                                        </p:cTn>
                                        <p:tgtEl>
                                          <p:spTgt spid="40">
                                            <p:bg/>
                                          </p:spTgt>
                                        </p:tgtEl>
                                        <p:attrNameLst>
                                          <p:attrName>style.visibility</p:attrName>
                                        </p:attrNameLst>
                                      </p:cBhvr>
                                      <p:to>
                                        <p:strVal val="visible"/>
                                      </p:to>
                                    </p:set>
                                    <p:animEffect transition="in" filter="checkerboard(across)">
                                      <p:cBhvr>
                                        <p:cTn id="127" dur="500"/>
                                        <p:tgtEl>
                                          <p:spTgt spid="40">
                                            <p:bg/>
                                          </p:spTgt>
                                        </p:tgtEl>
                                      </p:cBhvr>
                                    </p:animEffect>
                                  </p:childTnLst>
                                </p:cTn>
                              </p:par>
                              <p:par>
                                <p:cTn id="128" presetID="5" presetClass="entr" presetSubtype="10" fill="hold" grpId="0" nodeType="withEffect">
                                  <p:stCondLst>
                                    <p:cond delay="0"/>
                                  </p:stCondLst>
                                  <p:childTnLst>
                                    <p:set>
                                      <p:cBhvr>
                                        <p:cTn id="129" dur="1" fill="hold">
                                          <p:stCondLst>
                                            <p:cond delay="0"/>
                                          </p:stCondLst>
                                        </p:cTn>
                                        <p:tgtEl>
                                          <p:spTgt spid="40">
                                            <p:txEl>
                                              <p:pRg st="0" end="0"/>
                                            </p:txEl>
                                          </p:spTgt>
                                        </p:tgtEl>
                                        <p:attrNameLst>
                                          <p:attrName>style.visibility</p:attrName>
                                        </p:attrNameLst>
                                      </p:cBhvr>
                                      <p:to>
                                        <p:strVal val="visible"/>
                                      </p:to>
                                    </p:set>
                                    <p:animEffect transition="in" filter="checkerboard(across)">
                                      <p:cBhvr>
                                        <p:cTn id="130" dur="500"/>
                                        <p:tgtEl>
                                          <p:spTgt spid="40">
                                            <p:txEl>
                                              <p:pRg st="0" end="0"/>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xit" presetSubtype="8" repeatCount="indefinite" nodeType="clickEffect">
                                  <p:stCondLst>
                                    <p:cond delay="0"/>
                                  </p:stCondLst>
                                  <p:endCondLst>
                                    <p:cond evt="onNext" delay="0">
                                      <p:tgtEl>
                                        <p:sldTgt/>
                                      </p:tgtEl>
                                    </p:cond>
                                  </p:endCondLst>
                                  <p:childTnLst>
                                    <p:animEffect transition="out" filter="wipe(left)">
                                      <p:cBhvr>
                                        <p:cTn id="134" dur="500"/>
                                        <p:tgtEl>
                                          <p:spTgt spid="39"/>
                                        </p:tgtEl>
                                      </p:cBhvr>
                                    </p:animEffect>
                                    <p:set>
                                      <p:cBhvr>
                                        <p:cTn id="135" dur="1" fill="hold">
                                          <p:stCondLst>
                                            <p:cond delay="499"/>
                                          </p:stCondLst>
                                        </p:cTn>
                                        <p:tgtEl>
                                          <p:spTgt spid="39"/>
                                        </p:tgtEl>
                                        <p:attrNameLst>
                                          <p:attrName>style.visibility</p:attrName>
                                        </p:attrNameLst>
                                      </p:cBhvr>
                                      <p:to>
                                        <p:strVal val="hidden"/>
                                      </p:to>
                                    </p:set>
                                  </p:childTnLst>
                                </p:cTn>
                              </p:par>
                            </p:childTnLst>
                          </p:cTn>
                        </p:par>
                      </p:childTnLst>
                    </p:cTn>
                  </p:par>
                  <p:par>
                    <p:cTn id="136" fill="hold">
                      <p:stCondLst>
                        <p:cond delay="indefinite"/>
                      </p:stCondLst>
                      <p:childTnLst>
                        <p:par>
                          <p:cTn id="137" fill="hold">
                            <p:stCondLst>
                              <p:cond delay="0"/>
                            </p:stCondLst>
                            <p:childTnLst>
                              <p:par>
                                <p:cTn id="138" presetID="5" presetClass="entr" presetSubtype="10" fill="hold" grpId="0" nodeType="clickEffect">
                                  <p:stCondLst>
                                    <p:cond delay="0"/>
                                  </p:stCondLst>
                                  <p:childTnLst>
                                    <p:set>
                                      <p:cBhvr>
                                        <p:cTn id="139" dur="1" fill="hold">
                                          <p:stCondLst>
                                            <p:cond delay="0"/>
                                          </p:stCondLst>
                                        </p:cTn>
                                        <p:tgtEl>
                                          <p:spTgt spid="44">
                                            <p:bg/>
                                          </p:spTgt>
                                        </p:tgtEl>
                                        <p:attrNameLst>
                                          <p:attrName>style.visibility</p:attrName>
                                        </p:attrNameLst>
                                      </p:cBhvr>
                                      <p:to>
                                        <p:strVal val="visible"/>
                                      </p:to>
                                    </p:set>
                                    <p:animEffect transition="in" filter="checkerboard(across)">
                                      <p:cBhvr>
                                        <p:cTn id="140" dur="500"/>
                                        <p:tgtEl>
                                          <p:spTgt spid="44">
                                            <p:bg/>
                                          </p:spTgt>
                                        </p:tgtEl>
                                      </p:cBhvr>
                                    </p:animEffect>
                                  </p:childTnLst>
                                </p:cTn>
                              </p:par>
                              <p:par>
                                <p:cTn id="141" presetID="5" presetClass="entr" presetSubtype="10" fill="hold" grpId="0" nodeType="withEffect">
                                  <p:stCondLst>
                                    <p:cond delay="0"/>
                                  </p:stCondLst>
                                  <p:childTnLst>
                                    <p:set>
                                      <p:cBhvr>
                                        <p:cTn id="142" dur="1" fill="hold">
                                          <p:stCondLst>
                                            <p:cond delay="0"/>
                                          </p:stCondLst>
                                        </p:cTn>
                                        <p:tgtEl>
                                          <p:spTgt spid="44">
                                            <p:txEl>
                                              <p:pRg st="0" end="0"/>
                                            </p:txEl>
                                          </p:spTgt>
                                        </p:tgtEl>
                                        <p:attrNameLst>
                                          <p:attrName>style.visibility</p:attrName>
                                        </p:attrNameLst>
                                      </p:cBhvr>
                                      <p:to>
                                        <p:strVal val="visible"/>
                                      </p:to>
                                    </p:set>
                                    <p:animEffect transition="in" filter="checkerboard(across)">
                                      <p:cBhvr>
                                        <p:cTn id="143" dur="500"/>
                                        <p:tgtEl>
                                          <p:spTgt spid="44">
                                            <p:txEl>
                                              <p:pRg st="0" end="0"/>
                                            </p:txEl>
                                          </p:spTgt>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nodeType="clickEffect">
                                  <p:stCondLst>
                                    <p:cond delay="0"/>
                                  </p:stCondLst>
                                  <p:childTnLst>
                                    <p:set>
                                      <p:cBhvr>
                                        <p:cTn id="147" dur="1" fill="hold">
                                          <p:stCondLst>
                                            <p:cond delay="0"/>
                                          </p:stCondLst>
                                        </p:cTn>
                                        <p:tgtEl>
                                          <p:spTgt spid="22"/>
                                        </p:tgtEl>
                                        <p:attrNameLst>
                                          <p:attrName>style.visibility</p:attrName>
                                        </p:attrNameLst>
                                      </p:cBhvr>
                                      <p:to>
                                        <p:strVal val="visible"/>
                                      </p:to>
                                    </p:set>
                                    <p:animEffect transition="in" filter="wipe(left)">
                                      <p:cBhvr>
                                        <p:cTn id="148" dur="1100"/>
                                        <p:tgtEl>
                                          <p:spTgt spid="22"/>
                                        </p:tgtEl>
                                      </p:cBhvr>
                                    </p:animEffec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499"/>
                                          </p:stCondLst>
                                        </p:cTn>
                                        <p:tgtEl>
                                          <p:spTgt spid="13"/>
                                        </p:tgtEl>
                                        <p:attrNameLst>
                                          <p:attrName>style.visibility</p:attrName>
                                        </p:attrNameLst>
                                      </p:cBhvr>
                                      <p:to>
                                        <p:strVal val="visible"/>
                                      </p:to>
                                    </p:set>
                                  </p:childTnLst>
                                </p:cTn>
                              </p:par>
                              <p:par>
                                <p:cTn id="153" presetID="22" presetClass="entr" presetSubtype="8" fill="hold" nodeType="withEffect">
                                  <p:stCondLst>
                                    <p:cond delay="0"/>
                                  </p:stCondLst>
                                  <p:childTnLst>
                                    <p:set>
                                      <p:cBhvr>
                                        <p:cTn id="154" dur="1" fill="hold">
                                          <p:stCondLst>
                                            <p:cond delay="0"/>
                                          </p:stCondLst>
                                        </p:cTn>
                                        <p:tgtEl>
                                          <p:spTgt spid="28"/>
                                        </p:tgtEl>
                                        <p:attrNameLst>
                                          <p:attrName>style.visibility</p:attrName>
                                        </p:attrNameLst>
                                      </p:cBhvr>
                                      <p:to>
                                        <p:strVal val="visible"/>
                                      </p:to>
                                    </p:set>
                                    <p:animEffect transition="in" filter="wipe(left)">
                                      <p:cBhvr>
                                        <p:cTn id="155" dur="500"/>
                                        <p:tgtEl>
                                          <p:spTgt spid="28"/>
                                        </p:tgtEl>
                                      </p:cBhvr>
                                    </p:animEffec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499"/>
                                          </p:stCondLst>
                                        </p:cTn>
                                        <p:tgtEl>
                                          <p:spTgt spid="20"/>
                                        </p:tgtEl>
                                        <p:attrNameLst>
                                          <p:attrName>style.visibility</p:attrName>
                                        </p:attrNameLst>
                                      </p:cBhvr>
                                      <p:to>
                                        <p:strVal val="visible"/>
                                      </p:to>
                                    </p:set>
                                  </p:childTnLst>
                                </p:cTn>
                              </p:par>
                              <p:par>
                                <p:cTn id="160" presetID="22" presetClass="entr" presetSubtype="8" fill="hold" nodeType="withEffect">
                                  <p:stCondLst>
                                    <p:cond delay="0"/>
                                  </p:stCondLst>
                                  <p:childTnLst>
                                    <p:set>
                                      <p:cBhvr>
                                        <p:cTn id="161" dur="1" fill="hold">
                                          <p:stCondLst>
                                            <p:cond delay="0"/>
                                          </p:stCondLst>
                                        </p:cTn>
                                        <p:tgtEl>
                                          <p:spTgt spid="29"/>
                                        </p:tgtEl>
                                        <p:attrNameLst>
                                          <p:attrName>style.visibility</p:attrName>
                                        </p:attrNameLst>
                                      </p:cBhvr>
                                      <p:to>
                                        <p:strVal val="visible"/>
                                      </p:to>
                                    </p:set>
                                    <p:animEffect transition="in" filter="wipe(left)">
                                      <p:cBhvr>
                                        <p:cTn id="162" dur="500"/>
                                        <p:tgtEl>
                                          <p:spTgt spid="29"/>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xit" presetSubtype="8" repeatCount="indefinite" nodeType="clickEffect">
                                  <p:stCondLst>
                                    <p:cond delay="0"/>
                                  </p:stCondLst>
                                  <p:endCondLst>
                                    <p:cond evt="onNext" delay="0">
                                      <p:tgtEl>
                                        <p:sldTgt/>
                                      </p:tgtEl>
                                    </p:cond>
                                  </p:endCondLst>
                                  <p:childTnLst>
                                    <p:animEffect transition="out" filter="wipe(left)">
                                      <p:cBhvr>
                                        <p:cTn id="166" dur="500"/>
                                        <p:tgtEl>
                                          <p:spTgt spid="28"/>
                                        </p:tgtEl>
                                      </p:cBhvr>
                                    </p:animEffect>
                                    <p:set>
                                      <p:cBhvr>
                                        <p:cTn id="167" dur="1" fill="hold">
                                          <p:stCondLst>
                                            <p:cond delay="499"/>
                                          </p:stCondLst>
                                        </p:cTn>
                                        <p:tgtEl>
                                          <p:spTgt spid="28"/>
                                        </p:tgtEl>
                                        <p:attrNameLst>
                                          <p:attrName>style.visibility</p:attrName>
                                        </p:attrNameLst>
                                      </p:cBhvr>
                                      <p:to>
                                        <p:strVal val="hidden"/>
                                      </p:to>
                                    </p:set>
                                  </p:childTnLst>
                                </p:cTn>
                              </p:par>
                            </p:childTnLst>
                          </p:cTn>
                        </p:par>
                      </p:childTnLst>
                    </p:cTn>
                  </p:par>
                  <p:par>
                    <p:cTn id="168" fill="hold">
                      <p:stCondLst>
                        <p:cond delay="indefinite"/>
                      </p:stCondLst>
                      <p:childTnLst>
                        <p:par>
                          <p:cTn id="169" fill="hold">
                            <p:stCondLst>
                              <p:cond delay="0"/>
                            </p:stCondLst>
                            <p:childTnLst>
                              <p:par>
                                <p:cTn id="170" presetID="5" presetClass="entr" presetSubtype="10" fill="hold" grpId="0" nodeType="clickEffect">
                                  <p:stCondLst>
                                    <p:cond delay="0"/>
                                  </p:stCondLst>
                                  <p:childTnLst>
                                    <p:set>
                                      <p:cBhvr>
                                        <p:cTn id="171" dur="1" fill="hold">
                                          <p:stCondLst>
                                            <p:cond delay="0"/>
                                          </p:stCondLst>
                                        </p:cTn>
                                        <p:tgtEl>
                                          <p:spTgt spid="47">
                                            <p:bg/>
                                          </p:spTgt>
                                        </p:tgtEl>
                                        <p:attrNameLst>
                                          <p:attrName>style.visibility</p:attrName>
                                        </p:attrNameLst>
                                      </p:cBhvr>
                                      <p:to>
                                        <p:strVal val="visible"/>
                                      </p:to>
                                    </p:set>
                                    <p:animEffect transition="in" filter="checkerboard(across)">
                                      <p:cBhvr>
                                        <p:cTn id="172" dur="500"/>
                                        <p:tgtEl>
                                          <p:spTgt spid="47">
                                            <p:bg/>
                                          </p:spTgt>
                                        </p:tgtEl>
                                      </p:cBhvr>
                                    </p:animEffect>
                                  </p:childTnLst>
                                </p:cTn>
                              </p:par>
                            </p:childTnLst>
                          </p:cTn>
                        </p:par>
                      </p:childTnLst>
                    </p:cTn>
                  </p:par>
                  <p:par>
                    <p:cTn id="173" fill="hold">
                      <p:stCondLst>
                        <p:cond delay="indefinite"/>
                      </p:stCondLst>
                      <p:childTnLst>
                        <p:par>
                          <p:cTn id="174" fill="hold">
                            <p:stCondLst>
                              <p:cond delay="0"/>
                            </p:stCondLst>
                            <p:childTnLst>
                              <p:par>
                                <p:cTn id="175" presetID="5" presetClass="entr" presetSubtype="10" fill="hold" grpId="0" nodeType="clickEffect">
                                  <p:stCondLst>
                                    <p:cond delay="0"/>
                                  </p:stCondLst>
                                  <p:childTnLst>
                                    <p:set>
                                      <p:cBhvr>
                                        <p:cTn id="176" dur="1" fill="hold">
                                          <p:stCondLst>
                                            <p:cond delay="0"/>
                                          </p:stCondLst>
                                        </p:cTn>
                                        <p:tgtEl>
                                          <p:spTgt spid="47">
                                            <p:txEl>
                                              <p:pRg st="0" end="0"/>
                                            </p:txEl>
                                          </p:spTgt>
                                        </p:tgtEl>
                                        <p:attrNameLst>
                                          <p:attrName>style.visibility</p:attrName>
                                        </p:attrNameLst>
                                      </p:cBhvr>
                                      <p:to>
                                        <p:strVal val="visible"/>
                                      </p:to>
                                    </p:set>
                                    <p:animEffect transition="in" filter="checkerboard(across)">
                                      <p:cBhvr>
                                        <p:cTn id="177" dur="500"/>
                                        <p:tgtEl>
                                          <p:spTgt spid="47">
                                            <p:txEl>
                                              <p:pRg st="0" end="0"/>
                                            </p:txEl>
                                          </p:spTgt>
                                        </p:tgtEl>
                                      </p:cBhvr>
                                    </p:animEffect>
                                  </p:childTnLst>
                                </p:cTn>
                              </p:par>
                            </p:childTnLst>
                          </p:cTn>
                        </p:par>
                      </p:childTnLst>
                    </p:cTn>
                  </p:par>
                  <p:par>
                    <p:cTn id="178" fill="hold">
                      <p:stCondLst>
                        <p:cond delay="indefinite"/>
                      </p:stCondLst>
                      <p:childTnLst>
                        <p:par>
                          <p:cTn id="179" fill="hold">
                            <p:stCondLst>
                              <p:cond delay="0"/>
                            </p:stCondLst>
                            <p:childTnLst>
                              <p:par>
                                <p:cTn id="180" presetID="5" presetClass="entr" presetSubtype="10" fill="hold" grpId="0" nodeType="clickEffect">
                                  <p:stCondLst>
                                    <p:cond delay="0"/>
                                  </p:stCondLst>
                                  <p:childTnLst>
                                    <p:set>
                                      <p:cBhvr>
                                        <p:cTn id="181" dur="1" fill="hold">
                                          <p:stCondLst>
                                            <p:cond delay="0"/>
                                          </p:stCondLst>
                                        </p:cTn>
                                        <p:tgtEl>
                                          <p:spTgt spid="47">
                                            <p:txEl>
                                              <p:pRg st="1" end="1"/>
                                            </p:txEl>
                                          </p:spTgt>
                                        </p:tgtEl>
                                        <p:attrNameLst>
                                          <p:attrName>style.visibility</p:attrName>
                                        </p:attrNameLst>
                                      </p:cBhvr>
                                      <p:to>
                                        <p:strVal val="visible"/>
                                      </p:to>
                                    </p:set>
                                    <p:animEffect transition="in" filter="checkerboard(across)">
                                      <p:cBhvr>
                                        <p:cTn id="182" dur="500"/>
                                        <p:tgtEl>
                                          <p:spTgt spid="47">
                                            <p:txEl>
                                              <p:pRg st="1" end="1"/>
                                            </p:txEl>
                                          </p:spTgt>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xit" presetSubtype="8" repeatCount="indefinite" nodeType="clickEffect">
                                  <p:stCondLst>
                                    <p:cond delay="0"/>
                                  </p:stCondLst>
                                  <p:endCondLst>
                                    <p:cond evt="onNext" delay="0">
                                      <p:tgtEl>
                                        <p:sldTgt/>
                                      </p:tgtEl>
                                    </p:cond>
                                  </p:endCondLst>
                                  <p:childTnLst>
                                    <p:animEffect transition="out" filter="wipe(left)">
                                      <p:cBhvr>
                                        <p:cTn id="186" dur="500"/>
                                        <p:tgtEl>
                                          <p:spTgt spid="29"/>
                                        </p:tgtEl>
                                      </p:cBhvr>
                                    </p:animEffect>
                                    <p:set>
                                      <p:cBhvr>
                                        <p:cTn id="187" dur="1" fill="hold">
                                          <p:stCondLst>
                                            <p:cond delay="499"/>
                                          </p:stCondLst>
                                        </p:cTn>
                                        <p:tgtEl>
                                          <p:spTgt spid="29"/>
                                        </p:tgtEl>
                                        <p:attrNameLst>
                                          <p:attrName>style.visibility</p:attrName>
                                        </p:attrNameLst>
                                      </p:cBhvr>
                                      <p:to>
                                        <p:strVal val="hidden"/>
                                      </p:to>
                                    </p:set>
                                  </p:childTnLst>
                                </p:cTn>
                              </p:par>
                            </p:childTnLst>
                          </p:cTn>
                        </p:par>
                      </p:childTnLst>
                    </p:cTn>
                  </p:par>
                  <p:par>
                    <p:cTn id="188" fill="hold">
                      <p:stCondLst>
                        <p:cond delay="indefinite"/>
                      </p:stCondLst>
                      <p:childTnLst>
                        <p:par>
                          <p:cTn id="189" fill="hold">
                            <p:stCondLst>
                              <p:cond delay="0"/>
                            </p:stCondLst>
                            <p:childTnLst>
                              <p:par>
                                <p:cTn id="190" presetID="5" presetClass="entr" presetSubtype="10" fill="hold" grpId="0" nodeType="clickEffect">
                                  <p:stCondLst>
                                    <p:cond delay="0"/>
                                  </p:stCondLst>
                                  <p:childTnLst>
                                    <p:set>
                                      <p:cBhvr>
                                        <p:cTn id="191" dur="1" fill="hold">
                                          <p:stCondLst>
                                            <p:cond delay="0"/>
                                          </p:stCondLst>
                                        </p:cTn>
                                        <p:tgtEl>
                                          <p:spTgt spid="48">
                                            <p:bg/>
                                          </p:spTgt>
                                        </p:tgtEl>
                                        <p:attrNameLst>
                                          <p:attrName>style.visibility</p:attrName>
                                        </p:attrNameLst>
                                      </p:cBhvr>
                                      <p:to>
                                        <p:strVal val="visible"/>
                                      </p:to>
                                    </p:set>
                                    <p:animEffect transition="in" filter="checkerboard(across)">
                                      <p:cBhvr>
                                        <p:cTn id="192" dur="500"/>
                                        <p:tgtEl>
                                          <p:spTgt spid="48">
                                            <p:bg/>
                                          </p:spTgt>
                                        </p:tgtEl>
                                      </p:cBhvr>
                                    </p:animEffect>
                                  </p:childTnLst>
                                </p:cTn>
                              </p:par>
                            </p:childTnLst>
                          </p:cTn>
                        </p:par>
                        <p:par>
                          <p:cTn id="193" fill="hold">
                            <p:stCondLst>
                              <p:cond delay="500"/>
                            </p:stCondLst>
                            <p:childTnLst>
                              <p:par>
                                <p:cTn id="194" presetID="5" presetClass="entr" presetSubtype="10" fill="hold" grpId="0" nodeType="afterEffect">
                                  <p:stCondLst>
                                    <p:cond delay="0"/>
                                  </p:stCondLst>
                                  <p:childTnLst>
                                    <p:set>
                                      <p:cBhvr>
                                        <p:cTn id="195" dur="1" fill="hold">
                                          <p:stCondLst>
                                            <p:cond delay="0"/>
                                          </p:stCondLst>
                                        </p:cTn>
                                        <p:tgtEl>
                                          <p:spTgt spid="48">
                                            <p:txEl>
                                              <p:pRg st="0" end="0"/>
                                            </p:txEl>
                                          </p:spTgt>
                                        </p:tgtEl>
                                        <p:attrNameLst>
                                          <p:attrName>style.visibility</p:attrName>
                                        </p:attrNameLst>
                                      </p:cBhvr>
                                      <p:to>
                                        <p:strVal val="visible"/>
                                      </p:to>
                                    </p:set>
                                    <p:animEffect transition="in" filter="checkerboard(across)">
                                      <p:cBhvr>
                                        <p:cTn id="196" dur="500"/>
                                        <p:tgtEl>
                                          <p:spTgt spid="48">
                                            <p:txEl>
                                              <p:pRg st="0" end="0"/>
                                            </p:txEl>
                                          </p:spTgt>
                                        </p:tgtEl>
                                      </p:cBhvr>
                                    </p:animEffect>
                                  </p:childTnLst>
                                </p:cTn>
                              </p:par>
                            </p:childTnLst>
                          </p:cTn>
                        </p:par>
                      </p:childTnLst>
                    </p:cTn>
                  </p:par>
                  <p:par>
                    <p:cTn id="197" fill="hold">
                      <p:stCondLst>
                        <p:cond delay="indefinite"/>
                      </p:stCondLst>
                      <p:childTnLst>
                        <p:par>
                          <p:cTn id="198" fill="hold">
                            <p:stCondLst>
                              <p:cond delay="0"/>
                            </p:stCondLst>
                            <p:childTnLst>
                              <p:par>
                                <p:cTn id="199" presetID="5" presetClass="entr" presetSubtype="10" fill="hold" grpId="0" nodeType="clickEffect">
                                  <p:stCondLst>
                                    <p:cond delay="0"/>
                                  </p:stCondLst>
                                  <p:childTnLst>
                                    <p:set>
                                      <p:cBhvr>
                                        <p:cTn id="200" dur="1" fill="hold">
                                          <p:stCondLst>
                                            <p:cond delay="0"/>
                                          </p:stCondLst>
                                        </p:cTn>
                                        <p:tgtEl>
                                          <p:spTgt spid="48">
                                            <p:txEl>
                                              <p:pRg st="1" end="1"/>
                                            </p:txEl>
                                          </p:spTgt>
                                        </p:tgtEl>
                                        <p:attrNameLst>
                                          <p:attrName>style.visibility</p:attrName>
                                        </p:attrNameLst>
                                      </p:cBhvr>
                                      <p:to>
                                        <p:strVal val="visible"/>
                                      </p:to>
                                    </p:set>
                                    <p:animEffect transition="in" filter="checkerboard(across)">
                                      <p:cBhvr>
                                        <p:cTn id="201" dur="500"/>
                                        <p:tgtEl>
                                          <p:spTgt spid="48">
                                            <p:txEl>
                                              <p:pRg st="1" end="1"/>
                                            </p:txEl>
                                          </p:spTgt>
                                        </p:tgtEl>
                                      </p:cBhvr>
                                    </p:animEffect>
                                  </p:childTnLst>
                                </p:cTn>
                              </p:par>
                            </p:childTnLst>
                          </p:cTn>
                        </p:par>
                      </p:childTnLst>
                    </p:cTn>
                  </p:par>
                  <p:par>
                    <p:cTn id="202" fill="hold">
                      <p:stCondLst>
                        <p:cond delay="indefinite"/>
                      </p:stCondLst>
                      <p:childTnLst>
                        <p:par>
                          <p:cTn id="203" fill="hold">
                            <p:stCondLst>
                              <p:cond delay="0"/>
                            </p:stCondLst>
                            <p:childTnLst>
                              <p:par>
                                <p:cTn id="204" presetID="5" presetClass="entr" presetSubtype="10" fill="hold" grpId="0" nodeType="clickEffect">
                                  <p:stCondLst>
                                    <p:cond delay="0"/>
                                  </p:stCondLst>
                                  <p:childTnLst>
                                    <p:set>
                                      <p:cBhvr>
                                        <p:cTn id="205" dur="1" fill="hold">
                                          <p:stCondLst>
                                            <p:cond delay="0"/>
                                          </p:stCondLst>
                                        </p:cTn>
                                        <p:tgtEl>
                                          <p:spTgt spid="48">
                                            <p:txEl>
                                              <p:pRg st="2" end="2"/>
                                            </p:txEl>
                                          </p:spTgt>
                                        </p:tgtEl>
                                        <p:attrNameLst>
                                          <p:attrName>style.visibility</p:attrName>
                                        </p:attrNameLst>
                                      </p:cBhvr>
                                      <p:to>
                                        <p:strVal val="visible"/>
                                      </p:to>
                                    </p:set>
                                    <p:animEffect transition="in" filter="checkerboard(across)">
                                      <p:cBhvr>
                                        <p:cTn id="206" dur="500"/>
                                        <p:tgtEl>
                                          <p:spTgt spid="48">
                                            <p:txEl>
                                              <p:pRg st="2" end="2"/>
                                            </p:txEl>
                                          </p:spTgt>
                                        </p:tgtEl>
                                      </p:cBhvr>
                                    </p:animEffect>
                                  </p:childTnLst>
                                </p:cTn>
                              </p:par>
                            </p:childTnLst>
                          </p:cTn>
                        </p:par>
                        <p:par>
                          <p:cTn id="207" fill="hold">
                            <p:stCondLst>
                              <p:cond delay="500"/>
                            </p:stCondLst>
                            <p:childTnLst>
                              <p:par>
                                <p:cTn id="208" presetID="22" presetClass="entr" presetSubtype="8" fill="hold" grpId="0" nodeType="afterEffect">
                                  <p:stCondLst>
                                    <p:cond delay="0"/>
                                  </p:stCondLst>
                                  <p:childTnLst>
                                    <p:set>
                                      <p:cBhvr>
                                        <p:cTn id="209" dur="1" fill="hold">
                                          <p:stCondLst>
                                            <p:cond delay="0"/>
                                          </p:stCondLst>
                                        </p:cTn>
                                        <p:tgtEl>
                                          <p:spTgt spid="43"/>
                                        </p:tgtEl>
                                        <p:attrNameLst>
                                          <p:attrName>style.visibility</p:attrName>
                                        </p:attrNameLst>
                                      </p:cBhvr>
                                      <p:to>
                                        <p:strVal val="visible"/>
                                      </p:to>
                                    </p:set>
                                    <p:animEffect transition="in" filter="wipe(left)">
                                      <p:cBhvr>
                                        <p:cTn id="210" dur="500"/>
                                        <p:tgtEl>
                                          <p:spTgt spid="43"/>
                                        </p:tgtEl>
                                      </p:cBhvr>
                                    </p:animEffect>
                                  </p:childTnLst>
                                </p:cTn>
                              </p:par>
                            </p:childTnLst>
                          </p:cTn>
                        </p:par>
                        <p:par>
                          <p:cTn id="211" fill="hold">
                            <p:stCondLst>
                              <p:cond delay="1000"/>
                            </p:stCondLst>
                            <p:childTnLst>
                              <p:par>
                                <p:cTn id="212" presetID="22" presetClass="entr" presetSubtype="8" fill="hold" grpId="0" nodeType="afterEffect">
                                  <p:stCondLst>
                                    <p:cond delay="0"/>
                                  </p:stCondLst>
                                  <p:childTnLst>
                                    <p:set>
                                      <p:cBhvr>
                                        <p:cTn id="213" dur="1" fill="hold">
                                          <p:stCondLst>
                                            <p:cond delay="0"/>
                                          </p:stCondLst>
                                        </p:cTn>
                                        <p:tgtEl>
                                          <p:spTgt spid="50"/>
                                        </p:tgtEl>
                                        <p:attrNameLst>
                                          <p:attrName>style.visibility</p:attrName>
                                        </p:attrNameLst>
                                      </p:cBhvr>
                                      <p:to>
                                        <p:strVal val="visible"/>
                                      </p:to>
                                    </p:set>
                                    <p:animEffect transition="in" filter="wipe(left)">
                                      <p:cBhvr>
                                        <p:cTn id="214" dur="500"/>
                                        <p:tgtEl>
                                          <p:spTgt spid="50"/>
                                        </p:tgtEl>
                                      </p:cBhvr>
                                    </p:animEffect>
                                  </p:childTnLst>
                                </p:cTn>
                              </p:par>
                            </p:childTnLst>
                          </p:cTn>
                        </p:par>
                        <p:par>
                          <p:cTn id="215" fill="hold">
                            <p:stCondLst>
                              <p:cond delay="1500"/>
                            </p:stCondLst>
                            <p:childTnLst>
                              <p:par>
                                <p:cTn id="216" presetID="22" presetClass="entr" presetSubtype="8" fill="hold" grpId="0" nodeType="afterEffect">
                                  <p:stCondLst>
                                    <p:cond delay="0"/>
                                  </p:stCondLst>
                                  <p:childTnLst>
                                    <p:set>
                                      <p:cBhvr>
                                        <p:cTn id="217" dur="1" fill="hold">
                                          <p:stCondLst>
                                            <p:cond delay="0"/>
                                          </p:stCondLst>
                                        </p:cTn>
                                        <p:tgtEl>
                                          <p:spTgt spid="51"/>
                                        </p:tgtEl>
                                        <p:attrNameLst>
                                          <p:attrName>style.visibility</p:attrName>
                                        </p:attrNameLst>
                                      </p:cBhvr>
                                      <p:to>
                                        <p:strVal val="visible"/>
                                      </p:to>
                                    </p:set>
                                    <p:animEffect transition="in" filter="wipe(left)">
                                      <p:cBhvr>
                                        <p:cTn id="21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utoUpdateAnimBg="0"/>
      <p:bldP spid="13" grpId="0" autoUpdateAnimBg="0"/>
      <p:bldP spid="14" grpId="0" autoUpdateAnimBg="0"/>
      <p:bldP spid="18" grpId="0" autoUpdateAnimBg="0"/>
      <p:bldP spid="19" grpId="0" uiExpand="1" build="p" animBg="1"/>
      <p:bldP spid="20" grpId="0" autoUpdateAnimBg="0"/>
      <p:bldP spid="34" grpId="0" animBg="1"/>
      <p:bldP spid="35" grpId="0" autoUpdateAnimBg="0"/>
      <p:bldP spid="40" grpId="0" uiExpand="1" build="p" animBg="1"/>
      <p:bldP spid="44" grpId="0" uiExpand="1" build="p" animBg="1"/>
      <p:bldP spid="45" grpId="0" uiExpand="1" build="p" animBg="1"/>
      <p:bldP spid="46" grpId="0" uiExpand="1" build="p" animBg="1"/>
      <p:bldP spid="47" grpId="0" uiExpand="1" build="p" animBg="1"/>
      <p:bldP spid="48" grpId="0" uiExpand="1" build="p" animBg="1"/>
      <p:bldP spid="43" grpId="0" autoUpdateAnimBg="0"/>
      <p:bldP spid="50" grpId="0" autoUpdateAnimBg="0"/>
      <p:bldP spid="51"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44</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Câu</a:t>
            </a:r>
            <a:r>
              <a:rPr lang="en-US" sz="2800" b="1" kern="0"/>
              <a:t> </a:t>
            </a:r>
            <a:r>
              <a:rPr lang="en-US" sz="2800" b="1" kern="0" err="1"/>
              <a:t>hỏi</a:t>
            </a:r>
            <a:r>
              <a:rPr lang="en-US" sz="2800" b="1" kern="0"/>
              <a:t> </a:t>
            </a:r>
            <a:r>
              <a:rPr lang="en-US" sz="2800" b="1" kern="0" err="1"/>
              <a:t>lý</a:t>
            </a:r>
            <a:r>
              <a:rPr lang="en-US" sz="2800" b="1" kern="0"/>
              <a:t> </a:t>
            </a:r>
            <a:r>
              <a:rPr lang="en-US" sz="2800" b="1" kern="0" err="1"/>
              <a:t>thuyết</a:t>
            </a:r>
            <a:endParaRPr lang="vi-VN" sz="2800" b="1" kern="0"/>
          </a:p>
        </p:txBody>
      </p:sp>
      <p:sp>
        <p:nvSpPr>
          <p:cNvPr id="5" name="Shape 1331"/>
          <p:cNvSpPr>
            <a:spLocks noGrp="1"/>
          </p:cNvSpPr>
          <p:nvPr>
            <p:ph type="body" idx="4294967295"/>
          </p:nvPr>
        </p:nvSpPr>
        <p:spPr>
          <a:xfrm>
            <a:off x="606244" y="1371600"/>
            <a:ext cx="7865404" cy="4572002"/>
          </a:xfrm>
          <a:prstGeom prst="rect">
            <a:avLst/>
          </a:prstGeom>
          <a:extLst>
            <a:ext uri="{C572A759-6A51-4108-AA02-DFA0A04FC94B}">
              <ma14:wrappingTextBoxFlag xmlns="" xmlns:ma14="http://schemas.microsoft.com/office/mac/drawingml/2011/main" val="1"/>
            </a:ext>
          </a:extLst>
        </p:spPr>
        <p:txBody>
          <a:bodyPr>
            <a:normAutofit/>
          </a:bodyPr>
          <a:lstStyle/>
          <a:p>
            <a:pPr marL="514350" indent="-514350">
              <a:buFontTx/>
              <a:buAutoNum type="arabicPeriod"/>
            </a:pPr>
            <a:r>
              <a:rPr lang="en-US"/>
              <a:t>Android Studio là gì? Các thành phần cơ bản của ứng dụng</a:t>
            </a:r>
          </a:p>
          <a:p>
            <a:pPr marL="514350" indent="-514350">
              <a:buFontTx/>
              <a:buAutoNum type="arabicPeriod"/>
            </a:pPr>
            <a:r>
              <a:rPr lang="en-US"/>
              <a:t>Nên các cách để tạo một Activity</a:t>
            </a:r>
          </a:p>
          <a:p>
            <a:pPr marL="514350" indent="-514350">
              <a:buFontTx/>
              <a:buAutoNum type="arabicPeriod"/>
            </a:pPr>
            <a:r>
              <a:rPr lang="en-US"/>
              <a:t>Vòng đời của Activity là gì, nêu và chỉ rõ chức năng của các hàm chuyển trạng thái</a:t>
            </a:r>
          </a:p>
          <a:p>
            <a:pPr marL="514350" indent="-514350">
              <a:buFontTx/>
              <a:buAutoNum type="arabicPeriod"/>
            </a:pPr>
            <a:r>
              <a:rPr lang="en-US"/>
              <a:t>Nêu vai trò của Android Manifest. Các thành phần cơ bản trong file Android Manifest?</a:t>
            </a:r>
            <a:endParaRPr lang="vi-VN"/>
          </a:p>
        </p:txBody>
      </p:sp>
    </p:spTree>
    <p:extLst>
      <p:ext uri="{BB962C8B-B14F-4D97-AF65-F5344CB8AC3E}">
        <p14:creationId xmlns:p14="http://schemas.microsoft.com/office/powerpoint/2010/main" val="3243880880"/>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t>45</a:t>
            </a:fld>
            <a:endParaRPr lang="en-US"/>
          </a:p>
        </p:txBody>
      </p:sp>
      <p:sp>
        <p:nvSpPr>
          <p:cNvPr id="7" name="Shape 519"/>
          <p:cNvSpPr txBox="1">
            <a:spLocks/>
          </p:cNvSpPr>
          <p:nvPr/>
        </p:nvSpPr>
        <p:spPr bwMode="white">
          <a:xfrm>
            <a:off x="1084878" y="228600"/>
            <a:ext cx="7924800" cy="941388"/>
          </a:xfrm>
          <a:prstGeom prst="rect">
            <a:avLst/>
          </a:prstGeom>
          <a:noFill/>
          <a:ln w="9525">
            <a:noFill/>
            <a:miter lim="800000"/>
            <a:headEnd/>
            <a:tailEnd/>
          </a:ln>
          <a:extLst>
            <a:ext uri="{C572A759-6A51-4108-AA02-DFA0A04FC94B}">
              <ma14:wrappingTextBox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itchFamily="34" charset="0"/>
              </a:defRPr>
            </a:lvl2pPr>
            <a:lvl3pPr algn="l" rtl="0" eaLnBrk="0" fontAlgn="base" hangingPunct="0">
              <a:spcBef>
                <a:spcPct val="0"/>
              </a:spcBef>
              <a:spcAft>
                <a:spcPct val="0"/>
              </a:spcAft>
              <a:defRPr sz="3200">
                <a:solidFill>
                  <a:schemeClr val="bg1"/>
                </a:solidFill>
                <a:latin typeface="Verdana" pitchFamily="34" charset="0"/>
              </a:defRPr>
            </a:lvl3pPr>
            <a:lvl4pPr algn="l" rtl="0" eaLnBrk="0" fontAlgn="base" hangingPunct="0">
              <a:spcBef>
                <a:spcPct val="0"/>
              </a:spcBef>
              <a:spcAft>
                <a:spcPct val="0"/>
              </a:spcAft>
              <a:defRPr sz="3200">
                <a:solidFill>
                  <a:schemeClr val="bg1"/>
                </a:solidFill>
                <a:latin typeface="Verdana" pitchFamily="34" charset="0"/>
              </a:defRPr>
            </a:lvl4pPr>
            <a:lvl5pPr algn="l" rtl="0" eaLnBrk="0" fontAlgn="base" hangingPunct="0">
              <a:spcBef>
                <a:spcPct val="0"/>
              </a:spcBef>
              <a:spcAft>
                <a:spcPct val="0"/>
              </a:spcAft>
              <a:defRPr sz="3200">
                <a:solidFill>
                  <a:schemeClr val="bg1"/>
                </a:solidFill>
                <a:latin typeface="Verdana" pitchFamily="34" charset="0"/>
              </a:defRPr>
            </a:lvl5pPr>
            <a:lvl6pPr marL="457200" algn="l" rtl="0" fontAlgn="base">
              <a:spcBef>
                <a:spcPct val="0"/>
              </a:spcBef>
              <a:spcAft>
                <a:spcPct val="0"/>
              </a:spcAft>
              <a:defRPr sz="3200">
                <a:solidFill>
                  <a:schemeClr val="bg1"/>
                </a:solidFill>
                <a:latin typeface="Verdana" pitchFamily="34" charset="0"/>
              </a:defRPr>
            </a:lvl6pPr>
            <a:lvl7pPr marL="914400" algn="l" rtl="0" fontAlgn="base">
              <a:spcBef>
                <a:spcPct val="0"/>
              </a:spcBef>
              <a:spcAft>
                <a:spcPct val="0"/>
              </a:spcAft>
              <a:defRPr sz="3200">
                <a:solidFill>
                  <a:schemeClr val="bg1"/>
                </a:solidFill>
                <a:latin typeface="Verdana" pitchFamily="34" charset="0"/>
              </a:defRPr>
            </a:lvl7pPr>
            <a:lvl8pPr marL="1371600" algn="l" rtl="0" fontAlgn="base">
              <a:spcBef>
                <a:spcPct val="0"/>
              </a:spcBef>
              <a:spcAft>
                <a:spcPct val="0"/>
              </a:spcAft>
              <a:defRPr sz="3200">
                <a:solidFill>
                  <a:schemeClr val="bg1"/>
                </a:solidFill>
                <a:latin typeface="Verdana" pitchFamily="34" charset="0"/>
              </a:defRPr>
            </a:lvl8pPr>
            <a:lvl9pPr marL="1828800" algn="l" rtl="0" fontAlgn="base">
              <a:spcBef>
                <a:spcPct val="0"/>
              </a:spcBef>
              <a:spcAft>
                <a:spcPct val="0"/>
              </a:spcAft>
              <a:defRPr sz="3200">
                <a:solidFill>
                  <a:schemeClr val="bg1"/>
                </a:solidFill>
                <a:latin typeface="Verdana" pitchFamily="34" charset="0"/>
              </a:defRPr>
            </a:lvl9pPr>
          </a:lstStyle>
          <a:p>
            <a:r>
              <a:rPr lang="en-US" sz="2800" b="1" kern="0" err="1"/>
              <a:t>Bài</a:t>
            </a:r>
            <a:r>
              <a:rPr lang="en-US" sz="2800" b="1" kern="0"/>
              <a:t> </a:t>
            </a:r>
            <a:r>
              <a:rPr lang="en-US" sz="2800" b="1" kern="0" err="1"/>
              <a:t>tập</a:t>
            </a:r>
            <a:endParaRPr lang="vi-VN" sz="2800" b="1" kern="0"/>
          </a:p>
        </p:txBody>
      </p:sp>
      <p:sp>
        <p:nvSpPr>
          <p:cNvPr id="6" name="Shape 1336"/>
          <p:cNvSpPr>
            <a:spLocks noGrp="1"/>
          </p:cNvSpPr>
          <p:nvPr>
            <p:ph type="body" idx="4294967295"/>
          </p:nvPr>
        </p:nvSpPr>
        <p:spPr>
          <a:xfrm>
            <a:off x="576546" y="1169988"/>
            <a:ext cx="7772400" cy="5305426"/>
          </a:xfrm>
          <a:prstGeom prst="rect">
            <a:avLst/>
          </a:prstGeom>
          <a:extLst>
            <a:ext uri="{C572A759-6A51-4108-AA02-DFA0A04FC94B}">
              <ma14:wrappingTextBoxFlag xmlns="" xmlns:ma14="http://schemas.microsoft.com/office/mac/drawingml/2011/main" val="1"/>
            </a:ext>
          </a:extLst>
        </p:spPr>
        <p:txBody>
          <a:bodyPr>
            <a:normAutofit/>
          </a:bodyPr>
          <a:lstStyle/>
          <a:p>
            <a:pPr marL="514350" indent="-514350" defTabSz="886968">
              <a:lnSpc>
                <a:spcPct val="140000"/>
              </a:lnSpc>
              <a:spcBef>
                <a:spcPts val="0"/>
              </a:spcBef>
              <a:buFont typeface="+mj-lt"/>
              <a:buAutoNum type="arabicPeriod"/>
              <a:defRPr sz="2716"/>
            </a:pPr>
            <a:r>
              <a:rPr lang="en-US"/>
              <a:t>Tạo một Project Android hiển thị chữ “Hello World”</a:t>
            </a:r>
            <a:endParaRPr/>
          </a:p>
          <a:p>
            <a:pPr marL="498919" indent="-498919" defTabSz="886968">
              <a:lnSpc>
                <a:spcPct val="140000"/>
              </a:lnSpc>
              <a:spcBef>
                <a:spcPts val="0"/>
              </a:spcBef>
              <a:buFontTx/>
              <a:buAutoNum type="arabicPeriod"/>
              <a:defRPr sz="2716"/>
            </a:pPr>
            <a:r>
              <a:rPr lang="en-US"/>
              <a:t>Tạo một activity2 mới hiển thị chữ “Xin chào các bạn”</a:t>
            </a:r>
          </a:p>
          <a:p>
            <a:pPr marL="498919" indent="-498919" defTabSz="886968">
              <a:lnSpc>
                <a:spcPct val="140000"/>
              </a:lnSpc>
              <a:spcBef>
                <a:spcPts val="0"/>
              </a:spcBef>
              <a:buFontTx/>
              <a:buAutoNum type="arabicPeriod"/>
              <a:defRPr sz="2716"/>
            </a:pPr>
            <a:r>
              <a:rPr lang="en-US"/>
              <a:t>Khai báo trong Android manifest để đặt activity2 làm mặc định. Khởi chạy ứng dụng</a:t>
            </a:r>
            <a:endParaRPr/>
          </a:p>
        </p:txBody>
      </p:sp>
    </p:spTree>
    <p:extLst>
      <p:ext uri="{BB962C8B-B14F-4D97-AF65-F5344CB8AC3E}">
        <p14:creationId xmlns:p14="http://schemas.microsoft.com/office/powerpoint/2010/main" val="2202967167"/>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INKNOELEADERBOARD" val="659384857"/>
</p:tagLst>
</file>

<file path=ppt/theme/theme1.xml><?xml version="1.0" encoding="utf-8"?>
<a:theme xmlns:a="http://schemas.openxmlformats.org/drawingml/2006/main" name="cdb2004146l">
  <a:themeElements>
    <a:clrScheme name="cdb2004146l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cdb2004146l">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68415" tIns="34208" rIns="68415" bIns="34208" numCol="1" anchor="t" anchorCtr="0" compatLnSpc="1">
        <a:prstTxWarp prst="textNoShape">
          <a:avLst/>
        </a:prstTxWarp>
        <a:spAutoFit/>
      </a:bodyPr>
      <a:lstStyle>
        <a:defPPr marL="0" marR="0" indent="0" algn="ctr" defTabSz="684213"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68415" tIns="34208" rIns="68415" bIns="34208" numCol="1" anchor="t" anchorCtr="0" compatLnSpc="1">
        <a:prstTxWarp prst="textNoShape">
          <a:avLst/>
        </a:prstTxWarp>
        <a:spAutoFit/>
      </a:bodyPr>
      <a:lstStyle>
        <a:defPPr marL="0" marR="0" indent="0" algn="ctr" defTabSz="684213"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cdb2004146l 1">
        <a:dk1>
          <a:srgbClr val="48806B"/>
        </a:dk1>
        <a:lt1>
          <a:srgbClr val="FFFFFF"/>
        </a:lt1>
        <a:dk2>
          <a:srgbClr val="77956D"/>
        </a:dk2>
        <a:lt2>
          <a:srgbClr val="C0C0C0"/>
        </a:lt2>
        <a:accent1>
          <a:srgbClr val="6BB9C3"/>
        </a:accent1>
        <a:accent2>
          <a:srgbClr val="E7BA15"/>
        </a:accent2>
        <a:accent3>
          <a:srgbClr val="FFFFFF"/>
        </a:accent3>
        <a:accent4>
          <a:srgbClr val="3C6C5A"/>
        </a:accent4>
        <a:accent5>
          <a:srgbClr val="BAD9DE"/>
        </a:accent5>
        <a:accent6>
          <a:srgbClr val="D1A812"/>
        </a:accent6>
        <a:hlink>
          <a:srgbClr val="76C14D"/>
        </a:hlink>
        <a:folHlink>
          <a:srgbClr val="B0C29C"/>
        </a:folHlink>
      </a:clrScheme>
      <a:clrMap bg1="lt1" tx1="dk1" bg2="lt2" tx2="dk2" accent1="accent1" accent2="accent2" accent3="accent3" accent4="accent4" accent5="accent5" accent6="accent6" hlink="hlink" folHlink="folHlink"/>
    </a:extraClrScheme>
    <a:extraClrScheme>
      <a:clrScheme name="cdb2004146l 2">
        <a:dk1>
          <a:srgbClr val="5F5F5F"/>
        </a:dk1>
        <a:lt1>
          <a:srgbClr val="FFFFFF"/>
        </a:lt1>
        <a:dk2>
          <a:srgbClr val="8D8D8D"/>
        </a:dk2>
        <a:lt2>
          <a:srgbClr val="C0C0C0"/>
        </a:lt2>
        <a:accent1>
          <a:srgbClr val="8EC072"/>
        </a:accent1>
        <a:accent2>
          <a:srgbClr val="5DB8CD"/>
        </a:accent2>
        <a:accent3>
          <a:srgbClr val="FFFFFF"/>
        </a:accent3>
        <a:accent4>
          <a:srgbClr val="505050"/>
        </a:accent4>
        <a:accent5>
          <a:srgbClr val="C6DCBC"/>
        </a:accent5>
        <a:accent6>
          <a:srgbClr val="53A6BA"/>
        </a:accent6>
        <a:hlink>
          <a:srgbClr val="D68B40"/>
        </a:hlink>
        <a:folHlink>
          <a:srgbClr val="D5D179"/>
        </a:folHlink>
      </a:clrScheme>
      <a:clrMap bg1="lt1" tx1="dk1" bg2="lt2" tx2="dk2" accent1="accent1" accent2="accent2" accent3="accent3" accent4="accent4" accent5="accent5" accent6="accent6" hlink="hlink" folHlink="folHlink"/>
    </a:extraClrScheme>
    <a:extraClrScheme>
      <a:clrScheme name="cdb2004146l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cdb2004146l</Template>
  <TotalTime>24127</TotalTime>
  <Words>2429</Words>
  <Application>Microsoft Office PowerPoint</Application>
  <PresentationFormat>On-screen Show (4:3)</PresentationFormat>
  <Paragraphs>298</Paragraphs>
  <Slides>45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.VnArial Narrow</vt:lpstr>
      <vt:lpstr>Arial</vt:lpstr>
      <vt:lpstr>Tahoma</vt:lpstr>
      <vt:lpstr>Times New Roman</vt:lpstr>
      <vt:lpstr>Verdana</vt:lpstr>
      <vt:lpstr>Wingdings</vt:lpstr>
      <vt:lpstr>cdb2004146l</vt:lpstr>
      <vt:lpstr>PowerPoint Presentation</vt:lpstr>
      <vt:lpstr>Chương 1 – Tổng quan về lập trình Android</vt:lpstr>
      <vt:lpstr>PowerPoint Presentation</vt:lpstr>
      <vt:lpstr>1.1 TỔNG QUAN HỆ ĐIỀU HÀNH ANDROID</vt:lpstr>
      <vt:lpstr>1.1 TỔNG QUAN HỆ ĐIỀU HÀNH ANDROID</vt:lpstr>
      <vt:lpstr>PowerPoint Presentation</vt:lpstr>
      <vt:lpstr>1.2.1 GIỚI THIỆU ANDROID STUDIO</vt:lpstr>
      <vt:lpstr>1.2.1 GIỚI THIỆU ANDROID STUDIO</vt:lpstr>
      <vt:lpstr>1.2.2 CÁCH CÀI ĐẶT ANDROID STUDIO</vt:lpstr>
      <vt:lpstr>1.2.2 CÁCH CÀI ĐẶT ANDROID STUDIO</vt:lpstr>
      <vt:lpstr>1.2.2 CÁCH CÀI ĐẶT ANDROID STUDIO</vt:lpstr>
      <vt:lpstr>1.2.2 CÁCH CÀI ĐẶT ANDROID STUDIO</vt:lpstr>
      <vt:lpstr>1.2.2 CÁCH CÀI ĐẶT ANDROID STUDIO</vt:lpstr>
      <vt:lpstr>1.2.2 CÁCH CÀI ĐẶT ANDROID STUDIO</vt:lpstr>
      <vt:lpstr>1.2.2 CÁCH CÀI ĐẶT ANDROID STUDIO</vt:lpstr>
      <vt:lpstr>1.2.2 CÁCH CÀI ĐẶT ANDROID STUDIO</vt:lpstr>
      <vt:lpstr>1.2.2 CÁCH CÀI ĐẶT ANDROID STUDIO</vt:lpstr>
      <vt:lpstr>PowerPoint Presentation</vt:lpstr>
      <vt:lpstr>1.3.1 ỨNG DỤNG ANDROID</vt:lpstr>
      <vt:lpstr>1.3.1 ACTIVITY</vt:lpstr>
      <vt:lpstr>1.3.2 ACTIVITY</vt:lpstr>
      <vt:lpstr>1.3.2 SERVICE</vt:lpstr>
      <vt:lpstr>1.3.2 CONTENT PROVIDER</vt:lpstr>
      <vt:lpstr>1.3.2 BROADCAST RECEIVER</vt:lpstr>
      <vt:lpstr>1.3.2 INTENT</vt:lpstr>
      <vt:lpstr>1.3.2 MÔ HÌNH THÀNH PHẦN ỨNG DỤNG</vt:lpstr>
      <vt:lpstr>PowerPoint Presentation</vt:lpstr>
      <vt:lpstr>1.3.1 ACTIVITY</vt:lpstr>
      <vt:lpstr>1.3.1 ACTIVITY</vt:lpstr>
      <vt:lpstr>1.3.2 TẠO ACTIVITY</vt:lpstr>
      <vt:lpstr>1.3.2 TẠO ACTIVITY</vt:lpstr>
      <vt:lpstr>PowerPoint Presentation</vt:lpstr>
      <vt:lpstr>1.4 TẠO ACTIVITY</vt:lpstr>
      <vt:lpstr>1.4 TẠO ACTIVITY</vt:lpstr>
      <vt:lpstr>1.4 TẠO ACTIVITY</vt:lpstr>
      <vt:lpstr>1.4 TẠO ACTIVITY</vt:lpstr>
      <vt:lpstr>1.4 TẠO ACTIVITY</vt:lpstr>
      <vt:lpstr>PowerPoint Presentation</vt:lpstr>
      <vt:lpstr>1.4 ANDROID MANIFEST</vt:lpstr>
      <vt:lpstr>1.4 ANDROID MANIFEST</vt:lpstr>
      <vt:lpstr>1.4 ANDROID MANIFEST</vt:lpstr>
      <vt:lpstr>1.4 ANDROID MANIFEST</vt:lpstr>
      <vt:lpstr>PowerPoint Presentation</vt:lpstr>
      <vt:lpstr>PowerPoint Presentation</vt:lpstr>
      <vt:lpstr>PowerPoint Presentation</vt:lpstr>
    </vt:vector>
  </TitlesOfParts>
  <Company>WORKGROUP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tài: VPN</dc:title>
  <dc:creator>LATDAT</dc:creator>
  <cp:lastModifiedBy>Admin</cp:lastModifiedBy>
  <cp:revision>1411</cp:revision>
  <dcterms:created xsi:type="dcterms:W3CDTF">2011-02-25T01:16:23Z</dcterms:created>
  <dcterms:modified xsi:type="dcterms:W3CDTF">2023-06-20T02:25:26Z</dcterms:modified>
</cp:coreProperties>
</file>