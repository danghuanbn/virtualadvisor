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6"/>
  </p:notesMasterIdLst>
  <p:handoutMasterIdLst>
    <p:handoutMasterId r:id="rId37"/>
  </p:handoutMasterIdLst>
  <p:sldIdLst>
    <p:sldId id="256" r:id="rId2"/>
    <p:sldId id="349" r:id="rId3"/>
    <p:sldId id="565" r:id="rId4"/>
    <p:sldId id="470" r:id="rId5"/>
    <p:sldId id="608" r:id="rId6"/>
    <p:sldId id="609" r:id="rId7"/>
    <p:sldId id="610" r:id="rId8"/>
    <p:sldId id="611" r:id="rId9"/>
    <p:sldId id="579" r:id="rId10"/>
    <p:sldId id="612" r:id="rId11"/>
    <p:sldId id="613" r:id="rId12"/>
    <p:sldId id="614" r:id="rId13"/>
    <p:sldId id="615" r:id="rId14"/>
    <p:sldId id="616" r:id="rId15"/>
    <p:sldId id="617" r:id="rId16"/>
    <p:sldId id="618" r:id="rId17"/>
    <p:sldId id="619" r:id="rId18"/>
    <p:sldId id="620" r:id="rId19"/>
    <p:sldId id="621" r:id="rId20"/>
    <p:sldId id="622" r:id="rId21"/>
    <p:sldId id="625" r:id="rId22"/>
    <p:sldId id="623" r:id="rId23"/>
    <p:sldId id="624" r:id="rId24"/>
    <p:sldId id="626" r:id="rId25"/>
    <p:sldId id="627" r:id="rId26"/>
    <p:sldId id="628" r:id="rId27"/>
    <p:sldId id="629" r:id="rId28"/>
    <p:sldId id="630" r:id="rId29"/>
    <p:sldId id="631" r:id="rId30"/>
    <p:sldId id="516" r:id="rId31"/>
    <p:sldId id="517" r:id="rId32"/>
    <p:sldId id="518" r:id="rId33"/>
    <p:sldId id="643" r:id="rId34"/>
    <p:sldId id="644" r:id="rId35"/>
  </p:sldIdLst>
  <p:sldSz cx="9144000" cy="6858000" type="screen4x3"/>
  <p:notesSz cx="6858000" cy="9144000"/>
  <p:custDataLst>
    <p:tags r:id="rId38"/>
  </p:custDataLst>
  <p:defaultTextStyle>
    <a:defPPr>
      <a:defRPr lang="en-US"/>
    </a:defPPr>
    <a:lvl1pPr algn="ctr" rtl="0" eaLnBrk="0" fontAlgn="base" hangingPunct="0">
      <a:spcBef>
        <a:spcPct val="0"/>
      </a:spcBef>
      <a:spcAft>
        <a:spcPct val="0"/>
      </a:spcAft>
      <a:defRPr sz="2400" kern="1200">
        <a:solidFill>
          <a:schemeClr val="bg1"/>
        </a:solidFill>
        <a:latin typeface="Arial" charset="0"/>
        <a:ea typeface="+mn-ea"/>
        <a:cs typeface="+mn-cs"/>
      </a:defRPr>
    </a:lvl1pPr>
    <a:lvl2pPr marL="457200" algn="ctr" rtl="0" eaLnBrk="0" fontAlgn="base" hangingPunct="0">
      <a:spcBef>
        <a:spcPct val="0"/>
      </a:spcBef>
      <a:spcAft>
        <a:spcPct val="0"/>
      </a:spcAft>
      <a:defRPr sz="2400" kern="1200">
        <a:solidFill>
          <a:schemeClr val="bg1"/>
        </a:solidFill>
        <a:latin typeface="Arial" charset="0"/>
        <a:ea typeface="+mn-ea"/>
        <a:cs typeface="+mn-cs"/>
      </a:defRPr>
    </a:lvl2pPr>
    <a:lvl3pPr marL="914400" algn="ctr" rtl="0" eaLnBrk="0" fontAlgn="base" hangingPunct="0">
      <a:spcBef>
        <a:spcPct val="0"/>
      </a:spcBef>
      <a:spcAft>
        <a:spcPct val="0"/>
      </a:spcAft>
      <a:defRPr sz="2400" kern="1200">
        <a:solidFill>
          <a:schemeClr val="bg1"/>
        </a:solidFill>
        <a:latin typeface="Arial" charset="0"/>
        <a:ea typeface="+mn-ea"/>
        <a:cs typeface="+mn-cs"/>
      </a:defRPr>
    </a:lvl3pPr>
    <a:lvl4pPr marL="1371600" algn="ctr" rtl="0" eaLnBrk="0" fontAlgn="base" hangingPunct="0">
      <a:spcBef>
        <a:spcPct val="0"/>
      </a:spcBef>
      <a:spcAft>
        <a:spcPct val="0"/>
      </a:spcAft>
      <a:defRPr sz="2400" kern="1200">
        <a:solidFill>
          <a:schemeClr val="bg1"/>
        </a:solidFill>
        <a:latin typeface="Arial" charset="0"/>
        <a:ea typeface="+mn-ea"/>
        <a:cs typeface="+mn-cs"/>
      </a:defRPr>
    </a:lvl4pPr>
    <a:lvl5pPr marL="1828800" algn="ctr" rtl="0" eaLnBrk="0" fontAlgn="base" hangingPunct="0">
      <a:spcBef>
        <a:spcPct val="0"/>
      </a:spcBef>
      <a:spcAft>
        <a:spcPct val="0"/>
      </a:spcAft>
      <a:defRPr sz="2400" kern="1200">
        <a:solidFill>
          <a:schemeClr val="bg1"/>
        </a:solidFill>
        <a:latin typeface="Arial" charset="0"/>
        <a:ea typeface="+mn-ea"/>
        <a:cs typeface="+mn-cs"/>
      </a:defRPr>
    </a:lvl5pPr>
    <a:lvl6pPr marL="2286000" algn="l" defTabSz="914400" rtl="0" eaLnBrk="1" latinLnBrk="0" hangingPunct="1">
      <a:defRPr sz="2400" kern="1200">
        <a:solidFill>
          <a:schemeClr val="bg1"/>
        </a:solidFill>
        <a:latin typeface="Arial" charset="0"/>
        <a:ea typeface="+mn-ea"/>
        <a:cs typeface="+mn-cs"/>
      </a:defRPr>
    </a:lvl6pPr>
    <a:lvl7pPr marL="2743200" algn="l" defTabSz="914400" rtl="0" eaLnBrk="1" latinLnBrk="0" hangingPunct="1">
      <a:defRPr sz="2400" kern="1200">
        <a:solidFill>
          <a:schemeClr val="bg1"/>
        </a:solidFill>
        <a:latin typeface="Arial" charset="0"/>
        <a:ea typeface="+mn-ea"/>
        <a:cs typeface="+mn-cs"/>
      </a:defRPr>
    </a:lvl7pPr>
    <a:lvl8pPr marL="3200400" algn="l" defTabSz="914400" rtl="0" eaLnBrk="1" latinLnBrk="0" hangingPunct="1">
      <a:defRPr sz="2400" kern="1200">
        <a:solidFill>
          <a:schemeClr val="bg1"/>
        </a:solidFill>
        <a:latin typeface="Arial" charset="0"/>
        <a:ea typeface="+mn-ea"/>
        <a:cs typeface="+mn-cs"/>
      </a:defRPr>
    </a:lvl8pPr>
    <a:lvl9pPr marL="3657600" algn="l" defTabSz="914400" rtl="0" eaLnBrk="1" latinLnBrk="0" hangingPunct="1">
      <a:defRPr sz="2400" kern="1200">
        <a:solidFill>
          <a:schemeClr val="bg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FF0066"/>
    <a:srgbClr val="000000"/>
    <a:srgbClr val="63C4D7"/>
    <a:srgbClr val="FFCCCC"/>
    <a:srgbClr val="FF99CC"/>
    <a:srgbClr val="CC00FF"/>
    <a:srgbClr val="FF7C80"/>
    <a:srgbClr val="0033C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884" autoAdjust="0"/>
    <p:restoredTop sz="89844" autoAdjust="0"/>
  </p:normalViewPr>
  <p:slideViewPr>
    <p:cSldViewPr>
      <p:cViewPr varScale="1">
        <p:scale>
          <a:sx n="76" d="100"/>
          <a:sy n="76" d="100"/>
        </p:scale>
        <p:origin x="1310" y="67"/>
      </p:cViewPr>
      <p:guideLst>
        <p:guide orient="horz" pos="2160"/>
        <p:guide pos="2880"/>
      </p:guideLst>
    </p:cSldViewPr>
  </p:slideViewPr>
  <p:outlineViewPr>
    <p:cViewPr>
      <p:scale>
        <a:sx n="33" d="100"/>
        <a:sy n="33" d="100"/>
      </p:scale>
      <p:origin x="0" y="7182"/>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2880"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69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6691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defRPr>
            </a:lvl1pPr>
          </a:lstStyle>
          <a:p>
            <a:pPr>
              <a:defRPr/>
            </a:pPr>
            <a:endParaRPr lang="en-US"/>
          </a:p>
        </p:txBody>
      </p:sp>
      <p:sp>
        <p:nvSpPr>
          <p:cNvPr id="16691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6691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9E2B97F0-33F1-4001-BBE2-6DA117D757A1}" type="slidenum">
              <a:rPr lang="en-US"/>
              <a:pPr>
                <a:defRPr/>
              </a:pPr>
              <a:t>‹#›</a:t>
            </a:fld>
            <a:endParaRPr lang="en-US"/>
          </a:p>
        </p:txBody>
      </p:sp>
    </p:spTree>
    <p:extLst>
      <p:ext uri="{BB962C8B-B14F-4D97-AF65-F5344CB8AC3E}">
        <p14:creationId xmlns:p14="http://schemas.microsoft.com/office/powerpoint/2010/main" val="1476888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33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defRPr>
            </a:lvl1pPr>
          </a:lstStyle>
          <a:p>
            <a:pPr>
              <a:defRPr/>
            </a:pPr>
            <a:endParaRPr lang="en-US"/>
          </a:p>
        </p:txBody>
      </p:sp>
      <p:sp>
        <p:nvSpPr>
          <p:cNvPr id="430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33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33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03222506-91B9-4608-A17B-3DCA2CD2D529}" type="slidenum">
              <a:rPr lang="en-US"/>
              <a:pPr>
                <a:defRPr/>
              </a:pPr>
              <a:t>‹#›</a:t>
            </a:fld>
            <a:endParaRPr lang="en-US"/>
          </a:p>
        </p:txBody>
      </p:sp>
    </p:spTree>
    <p:extLst>
      <p:ext uri="{BB962C8B-B14F-4D97-AF65-F5344CB8AC3E}">
        <p14:creationId xmlns:p14="http://schemas.microsoft.com/office/powerpoint/2010/main" val="40677649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a:spLocks noChangeArrowheads="1"/>
          </p:cNvSpPr>
          <p:nvPr/>
        </p:nvSpPr>
        <p:spPr bwMode="gray">
          <a:xfrm>
            <a:off x="8004175" y="0"/>
            <a:ext cx="1139825" cy="6858000"/>
          </a:xfrm>
          <a:prstGeom prst="rect">
            <a:avLst/>
          </a:prstGeom>
          <a:solidFill>
            <a:schemeClr val="bg2">
              <a:alpha val="39999"/>
            </a:schemeClr>
          </a:solidFill>
          <a:ln w="9525">
            <a:noFill/>
            <a:miter lim="800000"/>
            <a:headEnd/>
            <a:tailEnd/>
          </a:ln>
          <a:effectLst/>
        </p:spPr>
        <p:txBody>
          <a:bodyPr wrap="none" anchor="ctr"/>
          <a:lstStyle/>
          <a:p>
            <a:pPr>
              <a:defRPr/>
            </a:pPr>
            <a:endParaRPr lang="en-US"/>
          </a:p>
        </p:txBody>
      </p:sp>
      <p:sp>
        <p:nvSpPr>
          <p:cNvPr id="5" name="Rectangle 4"/>
          <p:cNvSpPr>
            <a:spLocks noChangeArrowheads="1"/>
          </p:cNvSpPr>
          <p:nvPr/>
        </p:nvSpPr>
        <p:spPr bwMode="white">
          <a:xfrm>
            <a:off x="0" y="4638675"/>
            <a:ext cx="9144000" cy="2219325"/>
          </a:xfrm>
          <a:prstGeom prst="rect">
            <a:avLst/>
          </a:prstGeom>
          <a:solidFill>
            <a:schemeClr val="folHlink">
              <a:alpha val="31000"/>
            </a:schemeClr>
          </a:solidFill>
          <a:ln w="9525">
            <a:noFill/>
            <a:miter lim="800000"/>
            <a:headEnd/>
            <a:tailEnd/>
          </a:ln>
          <a:effectLst/>
        </p:spPr>
        <p:txBody>
          <a:bodyPr wrap="none" anchor="ctr"/>
          <a:lstStyle/>
          <a:p>
            <a:pPr>
              <a:defRPr/>
            </a:pPr>
            <a:endParaRPr lang="en-US"/>
          </a:p>
        </p:txBody>
      </p:sp>
      <p:sp>
        <p:nvSpPr>
          <p:cNvPr id="6" name="Rectangle 5"/>
          <p:cNvSpPr>
            <a:spLocks noChangeArrowheads="1"/>
          </p:cNvSpPr>
          <p:nvPr/>
        </p:nvSpPr>
        <p:spPr bwMode="gray">
          <a:xfrm>
            <a:off x="0" y="2149475"/>
            <a:ext cx="9144000" cy="2498725"/>
          </a:xfrm>
          <a:prstGeom prst="rect">
            <a:avLst/>
          </a:prstGeom>
          <a:solidFill>
            <a:schemeClr val="tx1"/>
          </a:solidFill>
          <a:ln w="9525">
            <a:noFill/>
            <a:miter lim="800000"/>
            <a:headEnd/>
            <a:tailEnd/>
          </a:ln>
          <a:effectLst/>
        </p:spPr>
        <p:txBody>
          <a:bodyPr wrap="none" anchor="ctr"/>
          <a:lstStyle/>
          <a:p>
            <a:pPr>
              <a:defRPr/>
            </a:pPr>
            <a:endParaRPr lang="en-US"/>
          </a:p>
        </p:txBody>
      </p:sp>
      <p:sp>
        <p:nvSpPr>
          <p:cNvPr id="7" name="Freeform 6"/>
          <p:cNvSpPr>
            <a:spLocks/>
          </p:cNvSpPr>
          <p:nvPr/>
        </p:nvSpPr>
        <p:spPr bwMode="gray">
          <a:xfrm>
            <a:off x="-9525" y="2138363"/>
            <a:ext cx="8015288" cy="2271712"/>
          </a:xfrm>
          <a:custGeom>
            <a:avLst/>
            <a:gdLst/>
            <a:ahLst/>
            <a:cxnLst>
              <a:cxn ang="0">
                <a:pos x="0" y="0"/>
              </a:cxn>
              <a:cxn ang="0">
                <a:pos x="5049" y="2"/>
              </a:cxn>
              <a:cxn ang="0">
                <a:pos x="5048" y="1458"/>
              </a:cxn>
              <a:cxn ang="0">
                <a:pos x="0" y="1471"/>
              </a:cxn>
              <a:cxn ang="0">
                <a:pos x="0" y="0"/>
              </a:cxn>
            </a:cxnLst>
            <a:rect l="0" t="0" r="r" b="b"/>
            <a:pathLst>
              <a:path w="5049" h="1471">
                <a:moveTo>
                  <a:pt x="0" y="0"/>
                </a:moveTo>
                <a:lnTo>
                  <a:pt x="5049" y="2"/>
                </a:lnTo>
                <a:lnTo>
                  <a:pt x="5048" y="1458"/>
                </a:lnTo>
                <a:lnTo>
                  <a:pt x="0" y="1471"/>
                </a:lnTo>
                <a:lnTo>
                  <a:pt x="0" y="0"/>
                </a:lnTo>
                <a:close/>
              </a:path>
            </a:pathLst>
          </a:custGeom>
          <a:solidFill>
            <a:schemeClr val="folHlink">
              <a:alpha val="73000"/>
            </a:schemeClr>
          </a:solidFill>
          <a:ln w="9525">
            <a:noFill/>
            <a:round/>
            <a:headEnd/>
            <a:tailEnd/>
          </a:ln>
          <a:effectLst/>
        </p:spPr>
        <p:txBody>
          <a:bodyPr/>
          <a:lstStyle/>
          <a:p>
            <a:pPr>
              <a:defRPr/>
            </a:pPr>
            <a:endParaRPr lang="en-US"/>
          </a:p>
        </p:txBody>
      </p:sp>
      <p:sp>
        <p:nvSpPr>
          <p:cNvPr id="8" name="AutoShape 21"/>
          <p:cNvSpPr>
            <a:spLocks noChangeArrowheads="1"/>
          </p:cNvSpPr>
          <p:nvPr/>
        </p:nvSpPr>
        <p:spPr bwMode="gray">
          <a:xfrm>
            <a:off x="7696200" y="594360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9" name="AutoShape 22"/>
          <p:cNvSpPr>
            <a:spLocks noChangeArrowheads="1"/>
          </p:cNvSpPr>
          <p:nvPr/>
        </p:nvSpPr>
        <p:spPr bwMode="gray">
          <a:xfrm>
            <a:off x="8229600" y="563880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10" name="AutoShape 23"/>
          <p:cNvSpPr>
            <a:spLocks noChangeArrowheads="1"/>
          </p:cNvSpPr>
          <p:nvPr/>
        </p:nvSpPr>
        <p:spPr bwMode="gray">
          <a:xfrm>
            <a:off x="8220075" y="622935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11" name="Text Box 14"/>
          <p:cNvSpPr txBox="1">
            <a:spLocks noChangeArrowheads="1"/>
          </p:cNvSpPr>
          <p:nvPr/>
        </p:nvSpPr>
        <p:spPr bwMode="auto">
          <a:xfrm>
            <a:off x="304800" y="228600"/>
            <a:ext cx="1447800" cy="519113"/>
          </a:xfrm>
          <a:prstGeom prst="rect">
            <a:avLst/>
          </a:prstGeom>
          <a:noFill/>
          <a:ln w="9525">
            <a:noFill/>
            <a:miter lim="800000"/>
            <a:headEnd/>
            <a:tailEnd/>
          </a:ln>
          <a:effectLst/>
        </p:spPr>
        <p:txBody>
          <a:bodyPr>
            <a:spAutoFit/>
          </a:bodyPr>
          <a:lstStyle/>
          <a:p>
            <a:pPr eaLnBrk="1" hangingPunct="1">
              <a:defRPr/>
            </a:pPr>
            <a:r>
              <a:rPr lang="en-US" sz="2800" b="1">
                <a:solidFill>
                  <a:schemeClr val="tx2"/>
                </a:solidFill>
                <a:latin typeface="Verdana" pitchFamily="34" charset="0"/>
              </a:rPr>
              <a:t>LOGO</a:t>
            </a:r>
          </a:p>
        </p:txBody>
      </p:sp>
      <p:grpSp>
        <p:nvGrpSpPr>
          <p:cNvPr id="12" name="Group 116"/>
          <p:cNvGrpSpPr>
            <a:grpSpLocks/>
          </p:cNvGrpSpPr>
          <p:nvPr/>
        </p:nvGrpSpPr>
        <p:grpSpPr bwMode="auto">
          <a:xfrm>
            <a:off x="190500" y="2324100"/>
            <a:ext cx="3276600" cy="3314700"/>
            <a:chOff x="120" y="1464"/>
            <a:chExt cx="2064" cy="2088"/>
          </a:xfrm>
        </p:grpSpPr>
        <p:sp>
          <p:nvSpPr>
            <p:cNvPr id="13" name="AutoShape 113" descr="gdd01"/>
            <p:cNvSpPr>
              <a:spLocks noChangeArrowheads="1"/>
            </p:cNvSpPr>
            <p:nvPr userDrawn="1"/>
          </p:nvSpPr>
          <p:spPr bwMode="gray">
            <a:xfrm>
              <a:off x="120" y="1992"/>
              <a:ext cx="1104" cy="1008"/>
            </a:xfrm>
            <a:prstGeom prst="hexagon">
              <a:avLst>
                <a:gd name="adj" fmla="val 27381"/>
                <a:gd name="vf" fmla="val 115470"/>
              </a:avLst>
            </a:prstGeom>
            <a:blipFill dpi="0" rotWithShape="1">
              <a:blip r:embed="rId2"/>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sp>
          <p:nvSpPr>
            <p:cNvPr id="14" name="AutoShape 114" descr="gdd04"/>
            <p:cNvSpPr>
              <a:spLocks noChangeArrowheads="1"/>
            </p:cNvSpPr>
            <p:nvPr userDrawn="1"/>
          </p:nvSpPr>
          <p:spPr bwMode="gray">
            <a:xfrm>
              <a:off x="1032" y="1464"/>
              <a:ext cx="1152" cy="1008"/>
            </a:xfrm>
            <a:prstGeom prst="hexagon">
              <a:avLst>
                <a:gd name="adj" fmla="val 28571"/>
                <a:gd name="vf" fmla="val 115470"/>
              </a:avLst>
            </a:prstGeom>
            <a:blipFill dpi="0" rotWithShape="1">
              <a:blip r:embed="rId3"/>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sp>
          <p:nvSpPr>
            <p:cNvPr id="15" name="AutoShape 115" descr="gdd03"/>
            <p:cNvSpPr>
              <a:spLocks noChangeArrowheads="1"/>
            </p:cNvSpPr>
            <p:nvPr userDrawn="1"/>
          </p:nvSpPr>
          <p:spPr bwMode="gray">
            <a:xfrm>
              <a:off x="1008" y="2544"/>
              <a:ext cx="1152" cy="1008"/>
            </a:xfrm>
            <a:prstGeom prst="hexagon">
              <a:avLst>
                <a:gd name="adj" fmla="val 28571"/>
                <a:gd name="vf" fmla="val 115470"/>
              </a:avLst>
            </a:prstGeom>
            <a:blipFill dpi="0" rotWithShape="1">
              <a:blip r:embed="rId4"/>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grpSp>
      <p:sp>
        <p:nvSpPr>
          <p:cNvPr id="3074" name="Rectangle 2"/>
          <p:cNvSpPr>
            <a:spLocks noGrp="1" noChangeArrowheads="1"/>
          </p:cNvSpPr>
          <p:nvPr>
            <p:ph type="ctrTitle"/>
          </p:nvPr>
        </p:nvSpPr>
        <p:spPr bwMode="gray">
          <a:xfrm>
            <a:off x="1143000" y="990600"/>
            <a:ext cx="6705600" cy="1012825"/>
          </a:xfrm>
        </p:spPr>
        <p:txBody>
          <a:bodyPr/>
          <a:lstStyle>
            <a:lvl1pPr algn="ctr">
              <a:defRPr sz="3600" b="1">
                <a:solidFill>
                  <a:schemeClr val="tx2"/>
                </a:solidFill>
              </a:defRPr>
            </a:lvl1pPr>
          </a:lstStyle>
          <a:p>
            <a:r>
              <a:rPr lang="en-US"/>
              <a:t>Click to edit Master title style</a:t>
            </a:r>
          </a:p>
        </p:txBody>
      </p:sp>
      <p:sp>
        <p:nvSpPr>
          <p:cNvPr id="3075" name="Rectangle 3"/>
          <p:cNvSpPr>
            <a:spLocks noGrp="1" noChangeArrowheads="1"/>
          </p:cNvSpPr>
          <p:nvPr>
            <p:ph type="subTitle" idx="1"/>
          </p:nvPr>
        </p:nvSpPr>
        <p:spPr bwMode="white">
          <a:xfrm>
            <a:off x="3505200" y="2971800"/>
            <a:ext cx="4343400" cy="685800"/>
          </a:xfrm>
        </p:spPr>
        <p:txBody>
          <a:bodyPr/>
          <a:lstStyle>
            <a:lvl1pPr marL="0" indent="0" algn="r">
              <a:buFont typeface="Wingdings" pitchFamily="2" charset="2"/>
              <a:buNone/>
              <a:defRPr sz="1600">
                <a:solidFill>
                  <a:schemeClr val="bg1"/>
                </a:solidFill>
              </a:defRPr>
            </a:lvl1pPr>
          </a:lstStyle>
          <a:p>
            <a:r>
              <a:rPr lang="en-US"/>
              <a:t>Click to edit Master subtitle style</a:t>
            </a:r>
          </a:p>
        </p:txBody>
      </p:sp>
      <p:sp>
        <p:nvSpPr>
          <p:cNvPr id="16" name="Rectangle 4"/>
          <p:cNvSpPr>
            <a:spLocks noGrp="1" noChangeArrowheads="1"/>
          </p:cNvSpPr>
          <p:nvPr>
            <p:ph type="dt" sz="half" idx="10"/>
          </p:nvPr>
        </p:nvSpPr>
        <p:spPr>
          <a:xfrm>
            <a:off x="3352800" y="6553200"/>
            <a:ext cx="2133600" cy="152400"/>
          </a:xfrm>
        </p:spPr>
        <p:txBody>
          <a:bodyPr/>
          <a:lstStyle>
            <a:lvl1pPr algn="r">
              <a:defRPr sz="1000">
                <a:solidFill>
                  <a:schemeClr val="tx2"/>
                </a:solidFill>
                <a:latin typeface="+mn-lt"/>
              </a:defRPr>
            </a:lvl1pPr>
          </a:lstStyle>
          <a:p>
            <a:pPr>
              <a:defRPr/>
            </a:pPr>
            <a:r>
              <a:rPr lang="en-US"/>
              <a:t>Khoa CNTT - UNETI</a:t>
            </a:r>
          </a:p>
        </p:txBody>
      </p:sp>
      <p:sp>
        <p:nvSpPr>
          <p:cNvPr id="17" name="Rectangle 5"/>
          <p:cNvSpPr>
            <a:spLocks noGrp="1" noChangeArrowheads="1"/>
          </p:cNvSpPr>
          <p:nvPr>
            <p:ph type="ftr" sz="quarter" idx="11"/>
          </p:nvPr>
        </p:nvSpPr>
        <p:spPr>
          <a:xfrm>
            <a:off x="304800" y="6477000"/>
            <a:ext cx="2590800" cy="228600"/>
          </a:xfrm>
        </p:spPr>
        <p:txBody>
          <a:bodyPr/>
          <a:lstStyle>
            <a:lvl1pPr algn="ctr">
              <a:defRPr sz="1200">
                <a:solidFill>
                  <a:schemeClr val="tx2"/>
                </a:solidFill>
                <a:latin typeface="Arial" charset="0"/>
              </a:defRPr>
            </a:lvl1pPr>
          </a:lstStyle>
          <a:p>
            <a:pPr>
              <a:defRPr/>
            </a:pPr>
            <a:endParaRPr lang="en-US"/>
          </a:p>
        </p:txBody>
      </p:sp>
      <p:sp>
        <p:nvSpPr>
          <p:cNvPr id="18" name="Rectangle 6"/>
          <p:cNvSpPr>
            <a:spLocks noGrp="1" noChangeArrowheads="1"/>
          </p:cNvSpPr>
          <p:nvPr>
            <p:ph type="sldNum" sz="quarter" idx="12"/>
          </p:nvPr>
        </p:nvSpPr>
        <p:spPr>
          <a:xfrm>
            <a:off x="8210550" y="6467475"/>
            <a:ext cx="533400" cy="244475"/>
          </a:xfrm>
        </p:spPr>
        <p:txBody>
          <a:bodyPr/>
          <a:lstStyle>
            <a:lvl1pPr>
              <a:defRPr sz="1200">
                <a:latin typeface="Arial" charset="0"/>
              </a:defRPr>
            </a:lvl1pPr>
          </a:lstStyle>
          <a:p>
            <a:pPr>
              <a:defRPr/>
            </a:pPr>
            <a:fld id="{C6D4949A-6AB1-4FC2-9B68-AD4CBDC61541}"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6"/>
          <p:cNvSpPr>
            <a:spLocks noGrp="1" noChangeArrowheads="1"/>
          </p:cNvSpPr>
          <p:nvPr>
            <p:ph type="sldNum" sz="quarter" idx="12"/>
          </p:nvPr>
        </p:nvSpPr>
        <p:spPr>
          <a:ln/>
        </p:spPr>
        <p:txBody>
          <a:bodyPr/>
          <a:lstStyle>
            <a:lvl1pPr>
              <a:defRPr/>
            </a:lvl1pPr>
          </a:lstStyle>
          <a:p>
            <a:pPr>
              <a:defRPr/>
            </a:pPr>
            <a:fld id="{38F16FD5-974A-40BB-8233-36E86F2AA73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2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6"/>
          <p:cNvSpPr>
            <a:spLocks noGrp="1" noChangeArrowheads="1"/>
          </p:cNvSpPr>
          <p:nvPr>
            <p:ph type="sldNum" sz="quarter" idx="12"/>
          </p:nvPr>
        </p:nvSpPr>
        <p:spPr>
          <a:ln/>
        </p:spPr>
        <p:txBody>
          <a:bodyPr/>
          <a:lstStyle>
            <a:lvl1pPr>
              <a:defRPr sz="1400">
                <a:solidFill>
                  <a:srgbClr val="002060"/>
                </a:solidFill>
              </a:defRPr>
            </a:lvl1pPr>
          </a:lstStyle>
          <a:p>
            <a:pPr>
              <a:defRPr/>
            </a:pPr>
            <a:fld id="{38F16FD5-974A-40BB-8233-36E86F2AA732}" type="slidenum">
              <a:rPr lang="en-US" smtClean="0"/>
              <a:pPr>
                <a:defRPr/>
              </a:pPr>
              <a:t>‹#›</a:t>
            </a:fld>
            <a:endParaRPr lang="en-US"/>
          </a:p>
        </p:txBody>
      </p:sp>
    </p:spTree>
    <p:extLst>
      <p:ext uri="{BB962C8B-B14F-4D97-AF65-F5344CB8AC3E}">
        <p14:creationId xmlns:p14="http://schemas.microsoft.com/office/powerpoint/2010/main" val="2416010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FA5E583-F5BB-4A7C-968E-806973EDB114}"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6EADD87-5DE4-4FC8-9754-98A33C5556A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09FAD1ED-0F27-4714-8A61-3EA2C1E8813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CB3A908F-56BE-4858-AD2D-1A4CAAE951CC}"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1136BFC-504A-480F-875D-D2CFCCA5FFC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CC38E81-E6E1-4595-9BE0-D4ED4704EBC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76259F6-250F-48F2-A908-7B59FD9010F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513BACE-ADF4-4A55-8B8C-495A02FEA026}"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943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81000"/>
            <a:ext cx="6019800" cy="5943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5B9936B-AF50-4F83-B203-9D59168E1E35}"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sp>
        <p:nvSpPr>
          <p:cNvPr id="17" name="Shape 17"/>
          <p:cNvSpPr>
            <a:spLocks noGrp="1"/>
          </p:cNvSpPr>
          <p:nvPr>
            <p:ph type="sldNum" sz="quarter" idx="2"/>
          </p:nvPr>
        </p:nvSpPr>
        <p:spPr>
          <a:xfrm>
            <a:off x="8226244" y="6475414"/>
            <a:ext cx="245404" cy="226986"/>
          </a:xfrm>
          <a:prstGeom prst="rect">
            <a:avLst/>
          </a:prstGeom>
        </p:spPr>
        <p:txBody>
          <a:bodyPr/>
          <a:lstStyle/>
          <a:p>
            <a:fld id="{86CB4B4D-7CA3-9044-876B-883B54F8677D}" type="slidenum">
              <a:rPr/>
              <a:t>‹#›</a:t>
            </a:fld>
            <a:endParaRPr/>
          </a:p>
        </p:txBody>
      </p:sp>
      <p:sp>
        <p:nvSpPr>
          <p:cNvPr id="3" name="Text Placeholder 2"/>
          <p:cNvSpPr>
            <a:spLocks noGrp="1"/>
          </p:cNvSpPr>
          <p:nvPr>
            <p:ph type="body" sz="quarter" idx="10" hasCustomPrompt="1"/>
          </p:nvPr>
        </p:nvSpPr>
        <p:spPr>
          <a:xfrm>
            <a:off x="914399" y="6475414"/>
            <a:ext cx="3294530" cy="234668"/>
          </a:xfrm>
        </p:spPr>
        <p:txBody>
          <a:bodyPr/>
          <a:lstStyle>
            <a:lvl1pPr marL="0" indent="0">
              <a:buNone/>
              <a:defRPr sz="1400" baseline="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err="1"/>
              <a:t>Khoa</a:t>
            </a:r>
            <a:r>
              <a:rPr lang="en-US" dirty="0"/>
              <a:t> </a:t>
            </a:r>
            <a:r>
              <a:rPr lang="en-US" dirty="0" err="1"/>
              <a:t>Công</a:t>
            </a:r>
            <a:r>
              <a:rPr lang="en-US" dirty="0"/>
              <a:t> </a:t>
            </a:r>
            <a:r>
              <a:rPr lang="en-US" dirty="0" err="1"/>
              <a:t>nghệ</a:t>
            </a:r>
            <a:r>
              <a:rPr lang="en-US" dirty="0"/>
              <a:t> </a:t>
            </a:r>
            <a:r>
              <a:rPr lang="en-US" dirty="0" err="1"/>
              <a:t>thông</a:t>
            </a:r>
            <a:r>
              <a:rPr lang="en-US" dirty="0"/>
              <a:t> tin - </a:t>
            </a:r>
            <a:r>
              <a:rPr lang="en-US" dirty="0" err="1"/>
              <a:t>Uneti</a:t>
            </a:r>
            <a:endParaRPr lang="en-US" dirty="0"/>
          </a:p>
        </p:txBody>
      </p:sp>
    </p:spTree>
    <p:extLst>
      <p:ext uri="{BB962C8B-B14F-4D97-AF65-F5344CB8AC3E}">
        <p14:creationId xmlns:p14="http://schemas.microsoft.com/office/powerpoint/2010/main" val="253966929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Freeform 15"/>
          <p:cNvSpPr>
            <a:spLocks/>
          </p:cNvSpPr>
          <p:nvPr/>
        </p:nvSpPr>
        <p:spPr bwMode="gray">
          <a:xfrm>
            <a:off x="-9525" y="344488"/>
            <a:ext cx="8194675" cy="633412"/>
          </a:xfrm>
          <a:custGeom>
            <a:avLst/>
            <a:gdLst/>
            <a:ahLst/>
            <a:cxnLst>
              <a:cxn ang="0">
                <a:pos x="0" y="0"/>
              </a:cxn>
              <a:cxn ang="0">
                <a:pos x="5049" y="2"/>
              </a:cxn>
              <a:cxn ang="0">
                <a:pos x="5048" y="1458"/>
              </a:cxn>
              <a:cxn ang="0">
                <a:pos x="0" y="1471"/>
              </a:cxn>
              <a:cxn ang="0">
                <a:pos x="0" y="0"/>
              </a:cxn>
            </a:cxnLst>
            <a:rect l="0" t="0" r="r" b="b"/>
            <a:pathLst>
              <a:path w="5049" h="1471">
                <a:moveTo>
                  <a:pt x="0" y="0"/>
                </a:moveTo>
                <a:lnTo>
                  <a:pt x="5049" y="2"/>
                </a:lnTo>
                <a:lnTo>
                  <a:pt x="5048" y="1458"/>
                </a:lnTo>
                <a:lnTo>
                  <a:pt x="0" y="1471"/>
                </a:lnTo>
                <a:lnTo>
                  <a:pt x="0" y="0"/>
                </a:lnTo>
                <a:close/>
              </a:path>
            </a:pathLst>
          </a:custGeom>
          <a:solidFill>
            <a:schemeClr val="tx2"/>
          </a:solidFill>
          <a:ln w="9525">
            <a:noFill/>
            <a:round/>
            <a:headEnd/>
            <a:tailEnd/>
          </a:ln>
          <a:effectLst/>
        </p:spPr>
        <p:txBody>
          <a:bodyPr/>
          <a:lstStyle/>
          <a:p>
            <a:pPr>
              <a:defRPr/>
            </a:pPr>
            <a:endParaRPr lang="en-US"/>
          </a:p>
        </p:txBody>
      </p:sp>
      <p:grpSp>
        <p:nvGrpSpPr>
          <p:cNvPr id="1027" name="Group 16"/>
          <p:cNvGrpSpPr>
            <a:grpSpLocks/>
          </p:cNvGrpSpPr>
          <p:nvPr/>
        </p:nvGrpSpPr>
        <p:grpSpPr bwMode="auto">
          <a:xfrm>
            <a:off x="8153400" y="0"/>
            <a:ext cx="990600" cy="6858000"/>
            <a:chOff x="5040" y="0"/>
            <a:chExt cx="720" cy="4320"/>
          </a:xfrm>
        </p:grpSpPr>
        <p:sp>
          <p:nvSpPr>
            <p:cNvPr id="1041" name="Rectangle 17"/>
            <p:cNvSpPr>
              <a:spLocks noChangeArrowheads="1"/>
            </p:cNvSpPr>
            <p:nvPr/>
          </p:nvSpPr>
          <p:spPr bwMode="gray">
            <a:xfrm>
              <a:off x="5042" y="0"/>
              <a:ext cx="718" cy="4320"/>
            </a:xfrm>
            <a:prstGeom prst="rect">
              <a:avLst/>
            </a:prstGeom>
            <a:solidFill>
              <a:schemeClr val="folHlink">
                <a:alpha val="39999"/>
              </a:schemeClr>
            </a:solidFill>
            <a:ln w="9525">
              <a:noFill/>
              <a:miter lim="800000"/>
              <a:headEnd/>
              <a:tailEnd/>
            </a:ln>
            <a:effectLst/>
          </p:spPr>
          <p:txBody>
            <a:bodyPr wrap="none" anchor="ctr"/>
            <a:lstStyle/>
            <a:p>
              <a:pPr>
                <a:defRPr/>
              </a:pPr>
              <a:endParaRPr lang="en-US"/>
            </a:p>
          </p:txBody>
        </p:sp>
        <p:sp>
          <p:nvSpPr>
            <p:cNvPr id="1042" name="Rectangle 18"/>
            <p:cNvSpPr>
              <a:spLocks noChangeArrowheads="1"/>
            </p:cNvSpPr>
            <p:nvPr/>
          </p:nvSpPr>
          <p:spPr bwMode="gray">
            <a:xfrm>
              <a:off x="5040" y="219"/>
              <a:ext cx="720" cy="393"/>
            </a:xfrm>
            <a:prstGeom prst="rect">
              <a:avLst/>
            </a:prstGeom>
            <a:solidFill>
              <a:schemeClr val="tx1"/>
            </a:solidFill>
            <a:ln w="9525">
              <a:noFill/>
              <a:miter lim="800000"/>
              <a:headEnd/>
              <a:tailEnd/>
            </a:ln>
            <a:effectLst/>
          </p:spPr>
          <p:txBody>
            <a:bodyPr wrap="none" anchor="ctr"/>
            <a:lstStyle/>
            <a:p>
              <a:pPr>
                <a:defRPr/>
              </a:pPr>
              <a:endParaRPr lang="en-US"/>
            </a:p>
          </p:txBody>
        </p:sp>
      </p:grpSp>
      <p:sp>
        <p:nvSpPr>
          <p:cNvPr id="1043" name="AutoShape 19"/>
          <p:cNvSpPr>
            <a:spLocks noChangeArrowheads="1"/>
          </p:cNvSpPr>
          <p:nvPr/>
        </p:nvSpPr>
        <p:spPr bwMode="gray">
          <a:xfrm>
            <a:off x="7696200" y="594360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44" name="AutoShape 20"/>
          <p:cNvSpPr>
            <a:spLocks noChangeArrowheads="1"/>
          </p:cNvSpPr>
          <p:nvPr/>
        </p:nvSpPr>
        <p:spPr bwMode="gray">
          <a:xfrm>
            <a:off x="8229600" y="563880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45" name="AutoShape 21"/>
          <p:cNvSpPr>
            <a:spLocks noChangeArrowheads="1"/>
          </p:cNvSpPr>
          <p:nvPr/>
        </p:nvSpPr>
        <p:spPr bwMode="gray">
          <a:xfrm>
            <a:off x="8220075" y="622935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31" name="Rectangle 3"/>
          <p:cNvSpPr>
            <a:spLocks noGrp="1" noChangeArrowheads="1"/>
          </p:cNvSpPr>
          <p:nvPr>
            <p:ph type="body" idx="1"/>
          </p:nvPr>
        </p:nvSpPr>
        <p:spPr bwMode="auto">
          <a:xfrm>
            <a:off x="457200" y="1076325"/>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519863"/>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a:solidFill>
                  <a:schemeClr val="tx1"/>
                </a:solidFill>
              </a:defRPr>
            </a:lvl1pPr>
          </a:lstStyle>
          <a:p>
            <a:pPr>
              <a:defRPr/>
            </a:pPr>
            <a:r>
              <a:rPr lang="en-US"/>
              <a:t>Khoa CNTT - UNETI</a:t>
            </a:r>
          </a:p>
        </p:txBody>
      </p:sp>
      <p:sp>
        <p:nvSpPr>
          <p:cNvPr id="1029" name="Rectangle 5"/>
          <p:cNvSpPr>
            <a:spLocks noGrp="1" noChangeArrowheads="1"/>
          </p:cNvSpPr>
          <p:nvPr>
            <p:ph type="ftr" sz="quarter" idx="3"/>
          </p:nvPr>
        </p:nvSpPr>
        <p:spPr bwMode="auto">
          <a:xfrm>
            <a:off x="5181600" y="6477000"/>
            <a:ext cx="2895600" cy="233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solidFill>
                  <a:schemeClr val="tx1"/>
                </a:solidFill>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8286750" y="6386513"/>
            <a:ext cx="4572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mn-lt"/>
              </a:defRPr>
            </a:lvl1pPr>
          </a:lstStyle>
          <a:p>
            <a:pPr>
              <a:defRPr/>
            </a:pPr>
            <a:fld id="{3DD6941D-3DCA-4DBC-80FB-7A196F783DA7}" type="slidenum">
              <a:rPr lang="en-US"/>
              <a:pPr>
                <a:defRPr/>
              </a:pPr>
              <a:t>‹#›</a:t>
            </a:fld>
            <a:endParaRPr lang="en-US"/>
          </a:p>
        </p:txBody>
      </p:sp>
      <p:grpSp>
        <p:nvGrpSpPr>
          <p:cNvPr id="1035" name="Group 22"/>
          <p:cNvGrpSpPr>
            <a:grpSpLocks/>
          </p:cNvGrpSpPr>
          <p:nvPr/>
        </p:nvGrpSpPr>
        <p:grpSpPr bwMode="auto">
          <a:xfrm>
            <a:off x="152400" y="228600"/>
            <a:ext cx="838200" cy="838200"/>
            <a:chOff x="18" y="144"/>
            <a:chExt cx="510" cy="480"/>
          </a:xfrm>
        </p:grpSpPr>
        <p:sp>
          <p:nvSpPr>
            <p:cNvPr id="1047" name="AutoShape 23"/>
            <p:cNvSpPr>
              <a:spLocks noChangeArrowheads="1"/>
            </p:cNvSpPr>
            <p:nvPr userDrawn="1"/>
          </p:nvSpPr>
          <p:spPr bwMode="gray">
            <a:xfrm>
              <a:off x="18" y="258"/>
              <a:ext cx="288" cy="240"/>
            </a:xfrm>
            <a:prstGeom prst="hexagon">
              <a:avLst>
                <a:gd name="adj" fmla="val 30000"/>
                <a:gd name="vf" fmla="val 115470"/>
              </a:avLst>
            </a:prstGeom>
            <a:solidFill>
              <a:schemeClr val="hlink"/>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sp>
          <p:nvSpPr>
            <p:cNvPr id="1048" name="AutoShape 24"/>
            <p:cNvSpPr>
              <a:spLocks noChangeArrowheads="1"/>
            </p:cNvSpPr>
            <p:nvPr userDrawn="1"/>
          </p:nvSpPr>
          <p:spPr bwMode="gray">
            <a:xfrm>
              <a:off x="240" y="144"/>
              <a:ext cx="288" cy="240"/>
            </a:xfrm>
            <a:prstGeom prst="hexagon">
              <a:avLst>
                <a:gd name="adj" fmla="val 30000"/>
                <a:gd name="vf" fmla="val 115470"/>
              </a:avLst>
            </a:prstGeom>
            <a:solidFill>
              <a:schemeClr val="accent2"/>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sp>
          <p:nvSpPr>
            <p:cNvPr id="1049" name="AutoShape 25"/>
            <p:cNvSpPr>
              <a:spLocks noChangeArrowheads="1"/>
            </p:cNvSpPr>
            <p:nvPr userDrawn="1"/>
          </p:nvSpPr>
          <p:spPr bwMode="gray">
            <a:xfrm>
              <a:off x="240" y="384"/>
              <a:ext cx="288" cy="240"/>
            </a:xfrm>
            <a:prstGeom prst="hexagon">
              <a:avLst>
                <a:gd name="adj" fmla="val 30000"/>
                <a:gd name="vf" fmla="val 115470"/>
              </a:avLst>
            </a:prstGeom>
            <a:solidFill>
              <a:schemeClr val="accent1"/>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grpSp>
      <p:sp>
        <p:nvSpPr>
          <p:cNvPr id="1036" name="Rectangle 2"/>
          <p:cNvSpPr>
            <a:spLocks noGrp="1" noChangeArrowheads="1"/>
          </p:cNvSpPr>
          <p:nvPr>
            <p:ph type="title"/>
          </p:nvPr>
        </p:nvSpPr>
        <p:spPr bwMode="white">
          <a:xfrm>
            <a:off x="1143000" y="381000"/>
            <a:ext cx="6705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3843" r:id="rId1"/>
    <p:sldLayoutId id="2147483833" r:id="rId2"/>
    <p:sldLayoutId id="2147483965"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967" r:id="rId13"/>
  </p:sldLayoutIdLst>
  <p:hf hdr="0" ftr="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p:titleStyle>
    <p:body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sp>
        <p:nvSpPr>
          <p:cNvPr id="6" name="Title 1"/>
          <p:cNvSpPr txBox="1">
            <a:spLocks/>
          </p:cNvSpPr>
          <p:nvPr/>
        </p:nvSpPr>
        <p:spPr bwMode="gray">
          <a:xfrm>
            <a:off x="-76200" y="228600"/>
            <a:ext cx="10210800" cy="762000"/>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chor="ctr"/>
          <a:lstStyle/>
          <a:p>
            <a:pPr>
              <a:defRPr/>
            </a:pPr>
            <a:r>
              <a:rPr lang="en-US" sz="1800" b="1" kern="0">
                <a:solidFill>
                  <a:schemeClr val="tx1"/>
                </a:solidFill>
                <a:latin typeface="+mj-lt"/>
                <a:ea typeface="+mj-ea"/>
                <a:cs typeface="+mj-cs"/>
              </a:rPr>
              <a:t>TRƯỜNG ĐẠI HỌC KINH TẾ KỸ THUẬT CÔNG NGHIỆP</a:t>
            </a:r>
          </a:p>
          <a:p>
            <a:pPr>
              <a:defRPr/>
            </a:pPr>
            <a:r>
              <a:rPr lang="en-US" sz="1800" b="1" kern="0" err="1">
                <a:solidFill>
                  <a:schemeClr val="tx1"/>
                </a:solidFill>
                <a:latin typeface="+mj-lt"/>
                <a:ea typeface="+mj-ea"/>
                <a:cs typeface="+mj-cs"/>
              </a:rPr>
              <a:t>Khoa</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Công</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Nghệ</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Thông</a:t>
            </a:r>
            <a:r>
              <a:rPr lang="en-US" sz="1800" b="1" kern="0">
                <a:solidFill>
                  <a:schemeClr val="tx1"/>
                </a:solidFill>
                <a:latin typeface="+mj-lt"/>
                <a:ea typeface="+mj-ea"/>
                <a:cs typeface="+mj-cs"/>
              </a:rPr>
              <a:t> Tin</a:t>
            </a:r>
          </a:p>
          <a:p>
            <a:pPr>
              <a:defRPr/>
            </a:pPr>
            <a:r>
              <a:rPr lang="en-US" sz="1800" b="1" kern="0">
                <a:solidFill>
                  <a:schemeClr val="tx1"/>
                </a:solidFill>
                <a:latin typeface="+mj-lt"/>
                <a:ea typeface="+mj-ea"/>
                <a:cs typeface="+mj-cs"/>
              </a:rPr>
              <a:t>-------</a:t>
            </a:r>
            <a:r>
              <a:rPr lang="en-US" sz="1800" b="1" kern="0">
                <a:solidFill>
                  <a:schemeClr val="tx1"/>
                </a:solidFill>
                <a:latin typeface="+mj-lt"/>
                <a:ea typeface="+mj-ea"/>
                <a:cs typeface="+mj-cs"/>
                <a:sym typeface="Wingdings"/>
              </a:rPr>
              <a:t></a:t>
            </a:r>
            <a:r>
              <a:rPr lang="en-US" sz="1800" b="1" kern="0">
                <a:solidFill>
                  <a:schemeClr val="tx1"/>
                </a:solidFill>
                <a:latin typeface="+mj-lt"/>
                <a:ea typeface="+mj-ea"/>
                <a:cs typeface="+mj-cs"/>
              </a:rPr>
              <a:t>------</a:t>
            </a:r>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8" name="Rectangle 2"/>
          <p:cNvSpPr txBox="1">
            <a:spLocks noChangeArrowheads="1"/>
          </p:cNvSpPr>
          <p:nvPr/>
        </p:nvSpPr>
        <p:spPr bwMode="gray">
          <a:xfrm>
            <a:off x="2133600" y="1219200"/>
            <a:ext cx="67056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000" b="1" i="0" u="none" strike="noStrike" kern="0" cap="none" spc="0" normalizeH="0" baseline="0" noProof="0">
                <a:ln>
                  <a:noFill/>
                </a:ln>
                <a:solidFill>
                  <a:srgbClr val="FF0000"/>
                </a:solidFill>
                <a:effectLst/>
                <a:uLnTx/>
                <a:uFillTx/>
                <a:latin typeface="+mj-lt"/>
                <a:ea typeface="+mj-ea"/>
                <a:cs typeface="+mj-cs"/>
              </a:rPr>
              <a:t>LẬP TR</a:t>
            </a:r>
            <a:r>
              <a:rPr lang="en-US" sz="4000" b="1" kern="0">
                <a:solidFill>
                  <a:srgbClr val="FF0000"/>
                </a:solidFill>
                <a:latin typeface="+mj-lt"/>
                <a:ea typeface="+mj-ea"/>
                <a:cs typeface="+mj-cs"/>
              </a:rPr>
              <a:t>ÌNH DI ĐỘNG</a:t>
            </a:r>
            <a:endParaRPr kumimoji="0" lang="en-US" sz="4000" b="1" i="0" u="none" strike="noStrike" kern="0" cap="none" spc="0" normalizeH="0" baseline="0" noProof="0">
              <a:ln>
                <a:noFill/>
              </a:ln>
              <a:solidFill>
                <a:srgbClr val="FF0000"/>
              </a:solidFill>
              <a:effectLst/>
              <a:uLnTx/>
              <a:uFillTx/>
              <a:latin typeface="+mj-lt"/>
              <a:ea typeface="+mj-ea"/>
              <a:cs typeface="+mj-cs"/>
            </a:endParaRPr>
          </a:p>
        </p:txBody>
      </p:sp>
      <p:sp>
        <p:nvSpPr>
          <p:cNvPr id="7" name="Shape 43"/>
          <p:cNvSpPr txBox="1">
            <a:spLocks/>
          </p:cNvSpPr>
          <p:nvPr/>
        </p:nvSpPr>
        <p:spPr bwMode="auto">
          <a:xfrm>
            <a:off x="3048000" y="2165888"/>
            <a:ext cx="5334000"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lgn="ctr">
              <a:spcBef>
                <a:spcPts val="900"/>
              </a:spcBef>
              <a:buFont typeface="Wingdings" pitchFamily="2" charset="2"/>
              <a:buNone/>
              <a:defRPr sz="4000" b="1">
                <a:solidFill>
                  <a:srgbClr val="260026"/>
                </a:solidFill>
              </a:defRPr>
            </a:pPr>
            <a:r>
              <a:rPr lang="vi-VN" sz="3600" b="1" kern="0">
                <a:solidFill>
                  <a:schemeClr val="bg1"/>
                </a:solidFill>
              </a:rPr>
              <a:t>CHƯƠNG </a:t>
            </a:r>
            <a:r>
              <a:rPr lang="en-US" sz="3600" b="1" kern="0">
                <a:solidFill>
                  <a:schemeClr val="bg1"/>
                </a:solidFill>
              </a:rPr>
              <a:t>6: MULTIMEDIA TRONG ANDROID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81000"/>
            <a:ext cx="8458200" cy="563563"/>
          </a:xfrm>
        </p:spPr>
        <p:txBody>
          <a:bodyPr/>
          <a:lstStyle/>
          <a:p>
            <a:r>
              <a:rPr lang="en-US" sz="2400" b="1" err="1"/>
              <a:t>Chương</a:t>
            </a:r>
            <a:r>
              <a:rPr lang="en-US" sz="2400" b="1"/>
              <a:t> 6 – Multimedia trong Android</a:t>
            </a:r>
          </a:p>
        </p:txBody>
      </p:sp>
      <p:sp>
        <p:nvSpPr>
          <p:cNvPr id="19" name="Line 13"/>
          <p:cNvSpPr>
            <a:spLocks noChangeShapeType="1"/>
          </p:cNvSpPr>
          <p:nvPr/>
        </p:nvSpPr>
        <p:spPr bwMode="gray">
          <a:xfrm>
            <a:off x="2008652" y="4117393"/>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30" name="Rectangle 14"/>
          <p:cNvSpPr>
            <a:spLocks noChangeArrowheads="1"/>
          </p:cNvSpPr>
          <p:nvPr/>
        </p:nvSpPr>
        <p:spPr bwMode="gray">
          <a:xfrm rot="3419336">
            <a:off x="1724489" y="3541131"/>
            <a:ext cx="479425" cy="520700"/>
          </a:xfrm>
          <a:prstGeom prst="rect">
            <a:avLst/>
          </a:prstGeom>
          <a:gradFill rotWithShape="1">
            <a:gsLst>
              <a:gs pos="0">
                <a:schemeClr val="folHlink"/>
              </a:gs>
              <a:gs pos="100000">
                <a:schemeClr val="folHlink">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folHlink"/>
            </a:extrusionClr>
          </a:sp3d>
        </p:spPr>
        <p:txBody>
          <a:bodyPr wrap="none" anchor="ctr">
            <a:flatTx/>
          </a:bodyPr>
          <a:lstStyle/>
          <a:p>
            <a:endParaRPr lang="en-US"/>
          </a:p>
        </p:txBody>
      </p:sp>
      <p:sp>
        <p:nvSpPr>
          <p:cNvPr id="31" name="Text Box 15"/>
          <p:cNvSpPr txBox="1">
            <a:spLocks noChangeArrowheads="1"/>
          </p:cNvSpPr>
          <p:nvPr/>
        </p:nvSpPr>
        <p:spPr bwMode="gray">
          <a:xfrm>
            <a:off x="1650725" y="3583993"/>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1.3</a:t>
            </a:r>
          </a:p>
        </p:txBody>
      </p:sp>
      <p:sp>
        <p:nvSpPr>
          <p:cNvPr id="32" name="Line 16"/>
          <p:cNvSpPr>
            <a:spLocks noChangeShapeType="1"/>
          </p:cNvSpPr>
          <p:nvPr/>
        </p:nvSpPr>
        <p:spPr bwMode="gray">
          <a:xfrm>
            <a:off x="2028530" y="2492415"/>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33" name="Rectangle 17"/>
          <p:cNvSpPr>
            <a:spLocks noChangeArrowheads="1"/>
          </p:cNvSpPr>
          <p:nvPr/>
        </p:nvSpPr>
        <p:spPr bwMode="gray">
          <a:xfrm rot="3419336">
            <a:off x="1744367" y="1916153"/>
            <a:ext cx="479425" cy="520700"/>
          </a:xfrm>
          <a:prstGeom prst="rect">
            <a:avLst/>
          </a:prstGeom>
          <a:gradFill rotWithShape="1">
            <a:gsLst>
              <a:gs pos="0">
                <a:schemeClr val="accent1"/>
              </a:gs>
              <a:gs pos="100000">
                <a:schemeClr val="accent1">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accent1"/>
            </a:extrusionClr>
          </a:sp3d>
        </p:spPr>
        <p:txBody>
          <a:bodyPr wrap="none" anchor="ctr">
            <a:flatTx/>
          </a:bodyPr>
          <a:lstStyle/>
          <a:p>
            <a:endParaRPr lang="en-US"/>
          </a:p>
        </p:txBody>
      </p:sp>
      <p:sp>
        <p:nvSpPr>
          <p:cNvPr id="34" name="Text Box 18"/>
          <p:cNvSpPr txBox="1">
            <a:spLocks noChangeArrowheads="1"/>
          </p:cNvSpPr>
          <p:nvPr/>
        </p:nvSpPr>
        <p:spPr bwMode="gray">
          <a:xfrm>
            <a:off x="2497777" y="4365585"/>
            <a:ext cx="6063815" cy="430887"/>
          </a:xfrm>
          <a:prstGeom prst="rect">
            <a:avLst/>
          </a:prstGeom>
          <a:noFill/>
          <a:ln w="9525" algn="ctr">
            <a:noFill/>
            <a:miter lim="800000"/>
            <a:headEnd/>
            <a:tailEnd/>
          </a:ln>
          <a:effectLst/>
        </p:spPr>
        <p:txBody>
          <a:bodyPr wrap="square">
            <a:spAutoFit/>
          </a:bodyPr>
          <a:lstStyle/>
          <a:p>
            <a:pPr algn="l"/>
            <a:r>
              <a:rPr lang="en-US" sz="2200" b="1">
                <a:solidFill>
                  <a:schemeClr val="tx2"/>
                </a:solidFill>
              </a:rPr>
              <a:t> ANIMATION TRONG ANDROID</a:t>
            </a:r>
          </a:p>
        </p:txBody>
      </p:sp>
      <p:sp>
        <p:nvSpPr>
          <p:cNvPr id="35" name="Text Box 19"/>
          <p:cNvSpPr txBox="1">
            <a:spLocks noChangeArrowheads="1"/>
          </p:cNvSpPr>
          <p:nvPr/>
        </p:nvSpPr>
        <p:spPr bwMode="gray">
          <a:xfrm>
            <a:off x="1670603" y="1959015"/>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1.1</a:t>
            </a:r>
          </a:p>
        </p:txBody>
      </p:sp>
      <p:sp>
        <p:nvSpPr>
          <p:cNvPr id="36" name="Line 20"/>
          <p:cNvSpPr>
            <a:spLocks noChangeShapeType="1"/>
          </p:cNvSpPr>
          <p:nvPr/>
        </p:nvSpPr>
        <p:spPr bwMode="gray">
          <a:xfrm>
            <a:off x="1946708" y="4923867"/>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37" name="Rectangle 21"/>
          <p:cNvSpPr>
            <a:spLocks noChangeArrowheads="1"/>
          </p:cNvSpPr>
          <p:nvPr/>
        </p:nvSpPr>
        <p:spPr bwMode="gray">
          <a:xfrm rot="3419336">
            <a:off x="1662545" y="4347605"/>
            <a:ext cx="479425" cy="520700"/>
          </a:xfrm>
          <a:prstGeom prst="rect">
            <a:avLst/>
          </a:prstGeom>
          <a:gradFill rotWithShape="1">
            <a:gsLst>
              <a:gs pos="0">
                <a:schemeClr val="accent2"/>
              </a:gs>
              <a:gs pos="100000">
                <a:schemeClr val="accent2">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accent2"/>
            </a:extrusionClr>
          </a:sp3d>
        </p:spPr>
        <p:txBody>
          <a:bodyPr wrap="none" anchor="ctr">
            <a:flatTx/>
          </a:bodyPr>
          <a:lstStyle/>
          <a:p>
            <a:endParaRPr lang="en-US"/>
          </a:p>
        </p:txBody>
      </p:sp>
      <p:sp>
        <p:nvSpPr>
          <p:cNvPr id="38" name="Text Box 22"/>
          <p:cNvSpPr txBox="1">
            <a:spLocks noChangeArrowheads="1"/>
          </p:cNvSpPr>
          <p:nvPr/>
        </p:nvSpPr>
        <p:spPr bwMode="gray">
          <a:xfrm>
            <a:off x="1588781" y="4390467"/>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1.4</a:t>
            </a:r>
          </a:p>
        </p:txBody>
      </p:sp>
      <p:sp>
        <p:nvSpPr>
          <p:cNvPr id="39" name="Line 23"/>
          <p:cNvSpPr>
            <a:spLocks noChangeShapeType="1"/>
          </p:cNvSpPr>
          <p:nvPr/>
        </p:nvSpPr>
        <p:spPr bwMode="gray">
          <a:xfrm>
            <a:off x="1981061" y="3326406"/>
            <a:ext cx="4799012" cy="1587"/>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40" name="Rectangle 24"/>
          <p:cNvSpPr>
            <a:spLocks noChangeArrowheads="1"/>
          </p:cNvSpPr>
          <p:nvPr/>
        </p:nvSpPr>
        <p:spPr bwMode="gray">
          <a:xfrm rot="3419336">
            <a:off x="1695310" y="2751731"/>
            <a:ext cx="479425" cy="520700"/>
          </a:xfrm>
          <a:prstGeom prst="rect">
            <a:avLst/>
          </a:prstGeom>
          <a:gradFill rotWithShape="1">
            <a:gsLst>
              <a:gs pos="0">
                <a:schemeClr val="hlink"/>
              </a:gs>
              <a:gs pos="100000">
                <a:schemeClr val="hlink">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hlink"/>
            </a:extrusionClr>
          </a:sp3d>
        </p:spPr>
        <p:txBody>
          <a:bodyPr wrap="none" anchor="ctr">
            <a:flatTx/>
          </a:bodyPr>
          <a:lstStyle/>
          <a:p>
            <a:endParaRPr lang="en-US"/>
          </a:p>
        </p:txBody>
      </p:sp>
      <p:sp>
        <p:nvSpPr>
          <p:cNvPr id="41" name="Text Box 25"/>
          <p:cNvSpPr txBox="1">
            <a:spLocks noChangeArrowheads="1"/>
          </p:cNvSpPr>
          <p:nvPr/>
        </p:nvSpPr>
        <p:spPr bwMode="gray">
          <a:xfrm>
            <a:off x="1621546" y="2794593"/>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1.2</a:t>
            </a:r>
          </a:p>
        </p:txBody>
      </p:sp>
      <p:sp>
        <p:nvSpPr>
          <p:cNvPr id="42" name="Text Box 29"/>
          <p:cNvSpPr txBox="1">
            <a:spLocks noChangeArrowheads="1"/>
          </p:cNvSpPr>
          <p:nvPr/>
        </p:nvSpPr>
        <p:spPr bwMode="gray">
          <a:xfrm>
            <a:off x="2551769" y="2892133"/>
            <a:ext cx="3094886" cy="430887"/>
          </a:xfrm>
          <a:prstGeom prst="rect">
            <a:avLst/>
          </a:prstGeom>
          <a:noFill/>
          <a:ln w="9525" algn="ctr">
            <a:noFill/>
            <a:miter lim="800000"/>
            <a:headEnd/>
            <a:tailEnd/>
          </a:ln>
          <a:effectLst/>
        </p:spPr>
        <p:txBody>
          <a:bodyPr wrap="none">
            <a:spAutoFit/>
          </a:bodyPr>
          <a:lstStyle/>
          <a:p>
            <a:pPr algn="l"/>
            <a:r>
              <a:rPr lang="en-US" sz="2200" b="1">
                <a:solidFill>
                  <a:schemeClr val="tx2"/>
                </a:solidFill>
              </a:rPr>
              <a:t>LÀM VIỆC VỚI AUDIO</a:t>
            </a:r>
          </a:p>
        </p:txBody>
      </p:sp>
      <p:sp>
        <p:nvSpPr>
          <p:cNvPr id="43" name="Text Box 30"/>
          <p:cNvSpPr txBox="1">
            <a:spLocks noChangeArrowheads="1"/>
          </p:cNvSpPr>
          <p:nvPr/>
        </p:nvSpPr>
        <p:spPr bwMode="gray">
          <a:xfrm>
            <a:off x="2511029" y="3610306"/>
            <a:ext cx="3151825" cy="430887"/>
          </a:xfrm>
          <a:prstGeom prst="rect">
            <a:avLst/>
          </a:prstGeom>
          <a:noFill/>
          <a:ln w="9525" algn="ctr">
            <a:noFill/>
            <a:miter lim="800000"/>
            <a:headEnd/>
            <a:tailEnd/>
          </a:ln>
          <a:effectLst/>
        </p:spPr>
        <p:txBody>
          <a:bodyPr wrap="none">
            <a:spAutoFit/>
          </a:bodyPr>
          <a:lstStyle/>
          <a:p>
            <a:pPr algn="l"/>
            <a:r>
              <a:rPr lang="en-US" sz="2200" b="1">
                <a:solidFill>
                  <a:schemeClr val="tx2"/>
                </a:solidFill>
              </a:rPr>
              <a:t> LÀM VIỆC VỚI VIDEO</a:t>
            </a:r>
          </a:p>
        </p:txBody>
      </p:sp>
      <p:sp>
        <p:nvSpPr>
          <p:cNvPr id="44" name="Text Box 18">
            <a:extLst>
              <a:ext uri="{FF2B5EF4-FFF2-40B4-BE49-F238E27FC236}">
                <a16:creationId xmlns:a16="http://schemas.microsoft.com/office/drawing/2014/main" id="{3B08D919-B9F7-4532-A6DF-0637E33C4F56}"/>
              </a:ext>
            </a:extLst>
          </p:cNvPr>
          <p:cNvSpPr txBox="1">
            <a:spLocks noChangeArrowheads="1"/>
          </p:cNvSpPr>
          <p:nvPr/>
        </p:nvSpPr>
        <p:spPr bwMode="gray">
          <a:xfrm>
            <a:off x="2332996" y="1996657"/>
            <a:ext cx="7038215" cy="430887"/>
          </a:xfrm>
          <a:prstGeom prst="rect">
            <a:avLst/>
          </a:prstGeom>
          <a:noFill/>
          <a:ln w="9525" algn="ctr">
            <a:noFill/>
            <a:miter lim="800000"/>
            <a:headEnd/>
            <a:tailEnd/>
          </a:ln>
          <a:effectLst/>
        </p:spPr>
        <p:txBody>
          <a:bodyPr wrap="square">
            <a:spAutoFit/>
          </a:bodyPr>
          <a:lstStyle/>
          <a:p>
            <a:pPr algn="l"/>
            <a:r>
              <a:rPr lang="en-US" sz="2200" b="1">
                <a:solidFill>
                  <a:schemeClr val="tx2"/>
                </a:solidFill>
              </a:rPr>
              <a:t>   MEDIA API</a:t>
            </a:r>
          </a:p>
        </p:txBody>
      </p:sp>
      <p:sp>
        <p:nvSpPr>
          <p:cNvPr id="3" name="Date Placeholder 2"/>
          <p:cNvSpPr>
            <a:spLocks noGrp="1"/>
          </p:cNvSpPr>
          <p:nvPr>
            <p:ph type="dt" sz="half" idx="10"/>
          </p:nvPr>
        </p:nvSpPr>
        <p:spPr/>
        <p:txBody>
          <a:bodyPr/>
          <a:lstStyle/>
          <a:p>
            <a:pPr>
              <a:defRPr/>
            </a:pPr>
            <a:r>
              <a:rPr lang="en-US"/>
              <a:t>Khoa CNTT - UNETI</a:t>
            </a:r>
          </a:p>
        </p:txBody>
      </p:sp>
      <p:sp>
        <p:nvSpPr>
          <p:cNvPr id="4" name="Slide Number Placeholder 3"/>
          <p:cNvSpPr>
            <a:spLocks noGrp="1"/>
          </p:cNvSpPr>
          <p:nvPr>
            <p:ph type="sldNum" sz="quarter" idx="12"/>
          </p:nvPr>
        </p:nvSpPr>
        <p:spPr/>
        <p:txBody>
          <a:bodyPr/>
          <a:lstStyle/>
          <a:p>
            <a:pPr>
              <a:defRPr/>
            </a:pPr>
            <a:fld id="{38F16FD5-974A-40BB-8233-36E86F2AA732}" type="slidenum">
              <a:rPr lang="en-US" smtClean="0"/>
              <a:pPr>
                <a:defRPr/>
              </a:pPr>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ppt_x"/>
                                          </p:val>
                                        </p:tav>
                                        <p:tav tm="100000">
                                          <p:val>
                                            <p:strVal val="#ppt_x"/>
                                          </p:val>
                                        </p:tav>
                                      </p:tavLst>
                                    </p:anim>
                                    <p:anim calcmode="lin" valueType="num">
                                      <p:cBhvr additive="base">
                                        <p:cTn id="8" dur="500" fill="hold"/>
                                        <p:tgtEl>
                                          <p:spTgt spid="4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ppt_x"/>
                                          </p:val>
                                        </p:tav>
                                        <p:tav tm="100000">
                                          <p:val>
                                            <p:strVal val="#ppt_x"/>
                                          </p:val>
                                        </p:tav>
                                      </p:tavLst>
                                    </p:anim>
                                    <p:anim calcmode="lin" valueType="num">
                                      <p:cBhvr additive="base">
                                        <p:cTn id="12" dur="500" fill="hold"/>
                                        <p:tgtEl>
                                          <p:spTgt spid="3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ppt_x"/>
                                          </p:val>
                                        </p:tav>
                                        <p:tav tm="100000">
                                          <p:val>
                                            <p:strVal val="#ppt_x"/>
                                          </p:val>
                                        </p:tav>
                                      </p:tavLst>
                                    </p:anim>
                                    <p:anim calcmode="lin" valueType="num">
                                      <p:cBhvr additive="base">
                                        <p:cTn id="2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anim calcmode="lin" valueType="num">
                                      <p:cBhvr additive="base">
                                        <p:cTn id="25" dur="500" fill="hold"/>
                                        <p:tgtEl>
                                          <p:spTgt spid="41"/>
                                        </p:tgtEl>
                                        <p:attrNameLst>
                                          <p:attrName>ppt_x</p:attrName>
                                        </p:attrNameLst>
                                      </p:cBhvr>
                                      <p:tavLst>
                                        <p:tav tm="0">
                                          <p:val>
                                            <p:strVal val="#ppt_x"/>
                                          </p:val>
                                        </p:tav>
                                        <p:tav tm="100000">
                                          <p:val>
                                            <p:strVal val="#ppt_x"/>
                                          </p:val>
                                        </p:tav>
                                      </p:tavLst>
                                    </p:anim>
                                    <p:anim calcmode="lin" valueType="num">
                                      <p:cBhvr additive="base">
                                        <p:cTn id="26" dur="500" fill="hold"/>
                                        <p:tgtEl>
                                          <p:spTgt spid="4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anim calcmode="lin" valueType="num">
                                      <p:cBhvr additive="base">
                                        <p:cTn id="29" dur="500" fill="hold"/>
                                        <p:tgtEl>
                                          <p:spTgt spid="40"/>
                                        </p:tgtEl>
                                        <p:attrNameLst>
                                          <p:attrName>ppt_x</p:attrName>
                                        </p:attrNameLst>
                                      </p:cBhvr>
                                      <p:tavLst>
                                        <p:tav tm="0">
                                          <p:val>
                                            <p:strVal val="#ppt_x"/>
                                          </p:val>
                                        </p:tav>
                                        <p:tav tm="100000">
                                          <p:val>
                                            <p:strVal val="#ppt_x"/>
                                          </p:val>
                                        </p:tav>
                                      </p:tavLst>
                                    </p:anim>
                                    <p:anim calcmode="lin" valueType="num">
                                      <p:cBhvr additive="base">
                                        <p:cTn id="30" dur="500" fill="hold"/>
                                        <p:tgtEl>
                                          <p:spTgt spid="4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anim calcmode="lin" valueType="num">
                                      <p:cBhvr additive="base">
                                        <p:cTn id="33" dur="500" fill="hold"/>
                                        <p:tgtEl>
                                          <p:spTgt spid="42"/>
                                        </p:tgtEl>
                                        <p:attrNameLst>
                                          <p:attrName>ppt_x</p:attrName>
                                        </p:attrNameLst>
                                      </p:cBhvr>
                                      <p:tavLst>
                                        <p:tav tm="0">
                                          <p:val>
                                            <p:strVal val="#ppt_x"/>
                                          </p:val>
                                        </p:tav>
                                        <p:tav tm="100000">
                                          <p:val>
                                            <p:strVal val="#ppt_x"/>
                                          </p:val>
                                        </p:tav>
                                      </p:tavLst>
                                    </p:anim>
                                    <p:anim calcmode="lin" valueType="num">
                                      <p:cBhvr additive="base">
                                        <p:cTn id="34" dur="500" fill="hold"/>
                                        <p:tgtEl>
                                          <p:spTgt spid="4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additive="base">
                                        <p:cTn id="37" dur="500" fill="hold"/>
                                        <p:tgtEl>
                                          <p:spTgt spid="39"/>
                                        </p:tgtEl>
                                        <p:attrNameLst>
                                          <p:attrName>ppt_x</p:attrName>
                                        </p:attrNameLst>
                                      </p:cBhvr>
                                      <p:tavLst>
                                        <p:tav tm="0">
                                          <p:val>
                                            <p:strVal val="#ppt_x"/>
                                          </p:val>
                                        </p:tav>
                                        <p:tav tm="100000">
                                          <p:val>
                                            <p:strVal val="#ppt_x"/>
                                          </p:val>
                                        </p:tav>
                                      </p:tavLst>
                                    </p:anim>
                                    <p:anim calcmode="lin" valueType="num">
                                      <p:cBhvr additive="base">
                                        <p:cTn id="3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additive="base">
                                        <p:cTn id="43" dur="500" fill="hold"/>
                                        <p:tgtEl>
                                          <p:spTgt spid="31"/>
                                        </p:tgtEl>
                                        <p:attrNameLst>
                                          <p:attrName>ppt_x</p:attrName>
                                        </p:attrNameLst>
                                      </p:cBhvr>
                                      <p:tavLst>
                                        <p:tav tm="0">
                                          <p:val>
                                            <p:strVal val="#ppt_x"/>
                                          </p:val>
                                        </p:tav>
                                        <p:tav tm="100000">
                                          <p:val>
                                            <p:strVal val="#ppt_x"/>
                                          </p:val>
                                        </p:tav>
                                      </p:tavLst>
                                    </p:anim>
                                    <p:anim calcmode="lin" valueType="num">
                                      <p:cBhvr additive="base">
                                        <p:cTn id="44" dur="500" fill="hold"/>
                                        <p:tgtEl>
                                          <p:spTgt spid="3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additive="base">
                                        <p:cTn id="47" dur="500" fill="hold"/>
                                        <p:tgtEl>
                                          <p:spTgt spid="30"/>
                                        </p:tgtEl>
                                        <p:attrNameLst>
                                          <p:attrName>ppt_x</p:attrName>
                                        </p:attrNameLst>
                                      </p:cBhvr>
                                      <p:tavLst>
                                        <p:tav tm="0">
                                          <p:val>
                                            <p:strVal val="#ppt_x"/>
                                          </p:val>
                                        </p:tav>
                                        <p:tav tm="100000">
                                          <p:val>
                                            <p:strVal val="#ppt_x"/>
                                          </p:val>
                                        </p:tav>
                                      </p:tavLst>
                                    </p:anim>
                                    <p:anim calcmode="lin" valueType="num">
                                      <p:cBhvr additive="base">
                                        <p:cTn id="48" dur="500" fill="hold"/>
                                        <p:tgtEl>
                                          <p:spTgt spid="3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 calcmode="lin" valueType="num">
                                      <p:cBhvr additive="base">
                                        <p:cTn id="51" dur="500" fill="hold"/>
                                        <p:tgtEl>
                                          <p:spTgt spid="43"/>
                                        </p:tgtEl>
                                        <p:attrNameLst>
                                          <p:attrName>ppt_x</p:attrName>
                                        </p:attrNameLst>
                                      </p:cBhvr>
                                      <p:tavLst>
                                        <p:tav tm="0">
                                          <p:val>
                                            <p:strVal val="#ppt_x"/>
                                          </p:val>
                                        </p:tav>
                                        <p:tav tm="100000">
                                          <p:val>
                                            <p:strVal val="#ppt_x"/>
                                          </p:val>
                                        </p:tav>
                                      </p:tavLst>
                                    </p:anim>
                                    <p:anim calcmode="lin" valueType="num">
                                      <p:cBhvr additive="base">
                                        <p:cTn id="52" dur="500" fill="hold"/>
                                        <p:tgtEl>
                                          <p:spTgt spid="4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8"/>
                                        </p:tgtEl>
                                        <p:attrNameLst>
                                          <p:attrName>style.visibility</p:attrName>
                                        </p:attrNameLst>
                                      </p:cBhvr>
                                      <p:to>
                                        <p:strVal val="visible"/>
                                      </p:to>
                                    </p:set>
                                    <p:anim calcmode="lin" valueType="num">
                                      <p:cBhvr additive="base">
                                        <p:cTn id="61" dur="500" fill="hold"/>
                                        <p:tgtEl>
                                          <p:spTgt spid="38"/>
                                        </p:tgtEl>
                                        <p:attrNameLst>
                                          <p:attrName>ppt_x</p:attrName>
                                        </p:attrNameLst>
                                      </p:cBhvr>
                                      <p:tavLst>
                                        <p:tav tm="0">
                                          <p:val>
                                            <p:strVal val="#ppt_x"/>
                                          </p:val>
                                        </p:tav>
                                        <p:tav tm="100000">
                                          <p:val>
                                            <p:strVal val="#ppt_x"/>
                                          </p:val>
                                        </p:tav>
                                      </p:tavLst>
                                    </p:anim>
                                    <p:anim calcmode="lin" valueType="num">
                                      <p:cBhvr additive="base">
                                        <p:cTn id="62" dur="500" fill="hold"/>
                                        <p:tgtEl>
                                          <p:spTgt spid="38"/>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 calcmode="lin" valueType="num">
                                      <p:cBhvr additive="base">
                                        <p:cTn id="65" dur="500" fill="hold"/>
                                        <p:tgtEl>
                                          <p:spTgt spid="37"/>
                                        </p:tgtEl>
                                        <p:attrNameLst>
                                          <p:attrName>ppt_x</p:attrName>
                                        </p:attrNameLst>
                                      </p:cBhvr>
                                      <p:tavLst>
                                        <p:tav tm="0">
                                          <p:val>
                                            <p:strVal val="#ppt_x"/>
                                          </p:val>
                                        </p:tav>
                                        <p:tav tm="100000">
                                          <p:val>
                                            <p:strVal val="#ppt_x"/>
                                          </p:val>
                                        </p:tav>
                                      </p:tavLst>
                                    </p:anim>
                                    <p:anim calcmode="lin" valueType="num">
                                      <p:cBhvr additive="base">
                                        <p:cTn id="66" dur="500" fill="hold"/>
                                        <p:tgtEl>
                                          <p:spTgt spid="37"/>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 calcmode="lin" valueType="num">
                                      <p:cBhvr additive="base">
                                        <p:cTn id="69" dur="500" fill="hold"/>
                                        <p:tgtEl>
                                          <p:spTgt spid="34"/>
                                        </p:tgtEl>
                                        <p:attrNameLst>
                                          <p:attrName>ppt_x</p:attrName>
                                        </p:attrNameLst>
                                      </p:cBhvr>
                                      <p:tavLst>
                                        <p:tav tm="0">
                                          <p:val>
                                            <p:strVal val="#ppt_x"/>
                                          </p:val>
                                        </p:tav>
                                        <p:tav tm="100000">
                                          <p:val>
                                            <p:strVal val="#ppt_x"/>
                                          </p:val>
                                        </p:tav>
                                      </p:tavLst>
                                    </p:anim>
                                    <p:anim calcmode="lin" valueType="num">
                                      <p:cBhvr additive="base">
                                        <p:cTn id="70" dur="500" fill="hold"/>
                                        <p:tgtEl>
                                          <p:spTgt spid="34"/>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ppt_x"/>
                                          </p:val>
                                        </p:tav>
                                        <p:tav tm="100000">
                                          <p:val>
                                            <p:strVal val="#ppt_x"/>
                                          </p:val>
                                        </p:tav>
                                      </p:tavLst>
                                    </p:anim>
                                    <p:anim calcmode="lin" valueType="num">
                                      <p:cBhvr additive="base">
                                        <p:cTn id="7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0" grpId="0" animBg="1"/>
      <p:bldP spid="31" grpId="0"/>
      <p:bldP spid="32" grpId="0" animBg="1"/>
      <p:bldP spid="33" grpId="0" animBg="1"/>
      <p:bldP spid="34" grpId="0"/>
      <p:bldP spid="35" grpId="0"/>
      <p:bldP spid="36" grpId="0" animBg="1"/>
      <p:bldP spid="37" grpId="0" animBg="1"/>
      <p:bldP spid="38" grpId="0"/>
      <p:bldP spid="39" grpId="0" animBg="1"/>
      <p:bldP spid="40" grpId="0" animBg="1"/>
      <p:bldP spid="41" grpId="0"/>
      <p:bldP spid="42" grpId="0"/>
      <p:bldP spid="43" grpId="0"/>
      <p:bldP spid="4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1.1 MEDIA API</a:t>
            </a:r>
            <a:endParaRPr lang="vi-VN" sz="3600" b="1" kern="0">
              <a:solidFill>
                <a:schemeClr val="bg1"/>
              </a:solidFill>
            </a:endParaRPr>
          </a:p>
        </p:txBody>
      </p:sp>
    </p:spTree>
    <p:extLst>
      <p:ext uri="{BB962C8B-B14F-4D97-AF65-F5344CB8AC3E}">
        <p14:creationId xmlns:p14="http://schemas.microsoft.com/office/powerpoint/2010/main" val="3037575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 MEDIA API</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304800" y="1066800"/>
            <a:ext cx="4724400" cy="5011949"/>
          </a:xfrm>
          <a:prstGeom prst="rect">
            <a:avLst/>
          </a:prstGeom>
          <a:noFill/>
        </p:spPr>
        <p:txBody>
          <a:bodyPr wrap="square" rtlCol="0">
            <a:spAutoFit/>
          </a:bodyPr>
          <a:lstStyle/>
          <a:p>
            <a:pPr marL="342900" indent="-342900" algn="just">
              <a:lnSpc>
                <a:spcPct val="150000"/>
              </a:lnSpc>
              <a:buClr>
                <a:srgbClr val="FF0000"/>
              </a:buClr>
              <a:buFont typeface="Arial" panose="020B0604020202020204" pitchFamily="34" charset="0"/>
              <a:buChar char="•"/>
            </a:pP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Android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cung</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cấp</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tập</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hợp</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hỗ</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trợ</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media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khá</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phong</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phú</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gồm</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cả</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âm</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thanh</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hình</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ảnh</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và</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video</a:t>
            </a:r>
          </a:p>
          <a:p>
            <a:pPr marL="342900" indent="-342900" algn="just">
              <a:lnSpc>
                <a:spcPct val="150000"/>
              </a:lnSpc>
              <a:buClr>
                <a:srgbClr val="FF0000"/>
              </a:buClr>
              <a:buFont typeface="Arial" panose="020B0604020202020204" pitchFamily="34" charset="0"/>
              <a:buChar char="•"/>
            </a:pP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Chia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làm</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2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nhóm</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recorder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và</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playback</a:t>
            </a:r>
          </a:p>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Các lớp thư viện này đều dễ dàng sử dụng trong phát triển ứng dụng và hoàn toàn miễn phí (rất quan trọng)</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6" name="Picture 5" descr="Icon&#10;&#10;Description automatically generated">
            <a:extLst>
              <a:ext uri="{FF2B5EF4-FFF2-40B4-BE49-F238E27FC236}">
                <a16:creationId xmlns:a16="http://schemas.microsoft.com/office/drawing/2014/main" id="{CFC3B584-931A-4D89-B416-1557DD7B1B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1066800"/>
            <a:ext cx="3581400" cy="4226227"/>
          </a:xfrm>
          <a:prstGeom prst="rect">
            <a:avLst/>
          </a:prstGeom>
        </p:spPr>
      </p:pic>
    </p:spTree>
    <p:extLst>
      <p:ext uri="{BB962C8B-B14F-4D97-AF65-F5344CB8AC3E}">
        <p14:creationId xmlns:p14="http://schemas.microsoft.com/office/powerpoint/2010/main" val="3781611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 MEDIA API</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5</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304800" y="1066800"/>
            <a:ext cx="4495800" cy="4930645"/>
          </a:xfrm>
          <a:prstGeom prst="rect">
            <a:avLst/>
          </a:prstGeom>
          <a:noFill/>
        </p:spPr>
        <p:txBody>
          <a:bodyPr wrap="square" rtlCol="0">
            <a:spAutoFit/>
          </a:bodyPr>
          <a:lstStyle/>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Các tệp tin media có thể được sử dụng – thao tác bằng những cách sau:</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just">
              <a:lnSpc>
                <a:spcPct val="150000"/>
              </a:lnSpc>
              <a:buClr>
                <a:srgbClr val="FF0000"/>
              </a:buClr>
              <a:buFont typeface="Arial" panose="020B0604020202020204" pitchFamily="34" charset="0"/>
              <a:buChar char="•"/>
            </a:pPr>
            <a:r>
              <a:rPr lang="vi-VN" sz="2000" dirty="0">
                <a:solidFill>
                  <a:schemeClr val="accent4">
                    <a:lumMod val="90000"/>
                    <a:lumOff val="10000"/>
                  </a:schemeClr>
                </a:solidFill>
                <a:latin typeface="Times New Roman" panose="02020603050405020304" pitchFamily="18" charset="0"/>
                <a:cs typeface="Times New Roman" panose="02020603050405020304" pitchFamily="18" charset="0"/>
              </a:rPr>
              <a:t>Các tệp tin media được lưu trữ bên ngay bên trong ứng dụng (các file resources)</a:t>
            </a:r>
            <a:endParaRPr lang="en-US" sz="2000"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just">
              <a:lnSpc>
                <a:spcPct val="150000"/>
              </a:lnSpc>
              <a:buClr>
                <a:srgbClr val="FF0000"/>
              </a:buClr>
              <a:buFont typeface="Arial" panose="020B0604020202020204" pitchFamily="34" charset="0"/>
              <a:buChar char="•"/>
            </a:pP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Các</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file media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độc</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lập</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có</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trong</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bộ</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nhớ</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trong</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của</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máy</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hoặc</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trong</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thẻ</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nhớ</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SDCARD</a:t>
            </a:r>
          </a:p>
          <a:p>
            <a:pPr marL="800100" lvl="1" indent="-342900" algn="just">
              <a:lnSpc>
                <a:spcPct val="150000"/>
              </a:lnSpc>
              <a:buClr>
                <a:srgbClr val="FF0000"/>
              </a:buClr>
              <a:buFont typeface="Arial" panose="020B0604020202020204" pitchFamily="34" charset="0"/>
              <a:buChar char="•"/>
            </a:pP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Các</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tài</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nguyên</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trên</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mạng</a:t>
            </a:r>
            <a:endParaRPr lang="en-US" sz="2000" dirty="0">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Graphical user interface, application&#10;&#10;Description automatically generated">
            <a:extLst>
              <a:ext uri="{FF2B5EF4-FFF2-40B4-BE49-F238E27FC236}">
                <a16:creationId xmlns:a16="http://schemas.microsoft.com/office/drawing/2014/main" id="{361C26DC-2807-4928-BFB0-1D522BF780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3000" y="1219200"/>
            <a:ext cx="4096704" cy="4078041"/>
          </a:xfrm>
          <a:prstGeom prst="rect">
            <a:avLst/>
          </a:prstGeom>
        </p:spPr>
      </p:pic>
    </p:spTree>
    <p:extLst>
      <p:ext uri="{BB962C8B-B14F-4D97-AF65-F5344CB8AC3E}">
        <p14:creationId xmlns:p14="http://schemas.microsoft.com/office/powerpoint/2010/main" val="95191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1.1.1 MEDIA STORE</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6</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304800" y="1066800"/>
            <a:ext cx="8610600" cy="2714654"/>
          </a:xfrm>
          <a:prstGeom prst="rect">
            <a:avLst/>
          </a:prstGeom>
          <a:noFill/>
        </p:spPr>
        <p:txBody>
          <a:bodyPr wrap="square" rtlCol="0">
            <a:spAutoFit/>
          </a:bodyPr>
          <a:lstStyle/>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Android OS có provider chuẩn chứa thông tin về các file media trong thiết bị</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Các</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ứng</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dụng</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tạo</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media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chụp</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ảnh</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quay video)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nên</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chủ</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động</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thêm</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các</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file media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vào</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provider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này</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endParaRPr lang="en-US" sz="2000" dirty="0">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6" name="Picture 5" descr="Graphical user interface, application&#10;&#10;Description automatically generated">
            <a:extLst>
              <a:ext uri="{FF2B5EF4-FFF2-40B4-BE49-F238E27FC236}">
                <a16:creationId xmlns:a16="http://schemas.microsoft.com/office/drawing/2014/main" id="{1E01C2E8-C0DE-4114-8679-EBAFB29C81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2692" y="3213652"/>
            <a:ext cx="6244180" cy="3319463"/>
          </a:xfrm>
          <a:prstGeom prst="rect">
            <a:avLst/>
          </a:prstGeom>
        </p:spPr>
      </p:pic>
    </p:spTree>
    <p:extLst>
      <p:ext uri="{BB962C8B-B14F-4D97-AF65-F5344CB8AC3E}">
        <p14:creationId xmlns:p14="http://schemas.microsoft.com/office/powerpoint/2010/main" val="1299934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1.1.1 MEDIA STORE</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7</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304800" y="1066800"/>
            <a:ext cx="8610600" cy="1133965"/>
          </a:xfrm>
          <a:prstGeom prst="rect">
            <a:avLst/>
          </a:prstGeom>
          <a:noFill/>
        </p:spPr>
        <p:txBody>
          <a:bodyPr wrap="square" rtlCol="0">
            <a:spAutoFit/>
          </a:bodyPr>
          <a:lstStyle/>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Có thể xem cấu trúc của MediaStore bằng cách xem file CSDL sau</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i="1">
                <a:solidFill>
                  <a:schemeClr val="accent4">
                    <a:lumMod val="90000"/>
                    <a:lumOff val="10000"/>
                  </a:schemeClr>
                </a:solidFill>
                <a:latin typeface="Times New Roman" panose="02020603050405020304" pitchFamily="18" charset="0"/>
                <a:cs typeface="Times New Roman" panose="02020603050405020304" pitchFamily="18" charset="0"/>
              </a:rPr>
              <a:t>/data/data/com.android.providers.media/databases/internal.db</a:t>
            </a:r>
          </a:p>
        </p:txBody>
      </p:sp>
      <p:pic>
        <p:nvPicPr>
          <p:cNvPr id="9" name="Picture 8" descr="Graphical user interface, text, application, email&#10;&#10;Description automatically generated">
            <a:extLst>
              <a:ext uri="{FF2B5EF4-FFF2-40B4-BE49-F238E27FC236}">
                <a16:creationId xmlns:a16="http://schemas.microsoft.com/office/drawing/2014/main" id="{A1E2BE9F-BC73-479E-815A-092731D697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182" y="2168877"/>
            <a:ext cx="8358768" cy="4155931"/>
          </a:xfrm>
          <a:prstGeom prst="rect">
            <a:avLst/>
          </a:prstGeom>
        </p:spPr>
      </p:pic>
    </p:spTree>
    <p:extLst>
      <p:ext uri="{BB962C8B-B14F-4D97-AF65-F5344CB8AC3E}">
        <p14:creationId xmlns:p14="http://schemas.microsoft.com/office/powerpoint/2010/main" val="1013466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1.1.2 MEDIAPLAYER &amp; MEDIARECORDER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8</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304800" y="1066800"/>
            <a:ext cx="8001000" cy="5381281"/>
          </a:xfrm>
          <a:prstGeom prst="rect">
            <a:avLst/>
          </a:prstGeom>
          <a:noFill/>
        </p:spPr>
        <p:txBody>
          <a:bodyPr wrap="square" rtlCol="0">
            <a:spAutoFit/>
          </a:bodyPr>
          <a:lstStyle/>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Lớp MediaPlayer hỗ trợ việc playback các file audio và video</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Lớp</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MediaRecorder</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hỗ</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trợ</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việc</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ghi</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âm</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ghi</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hình</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và</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chuyển</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thành</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các</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file audio (video)</a:t>
            </a:r>
          </a:p>
          <a:p>
            <a:pPr marL="800100" lvl="1" indent="-342900" algn="just">
              <a:lnSpc>
                <a:spcPct val="150000"/>
              </a:lnSpc>
              <a:buClr>
                <a:srgbClr val="FF0000"/>
              </a:buClr>
              <a:buFont typeface="Arial" panose="020B0604020202020204" pitchFamily="34" charset="0"/>
              <a:buChar char="•"/>
            </a:pPr>
            <a:r>
              <a:rPr lang="vi-VN" sz="2000" dirty="0">
                <a:solidFill>
                  <a:schemeClr val="accent4">
                    <a:lumMod val="90000"/>
                    <a:lumOff val="10000"/>
                  </a:schemeClr>
                </a:solidFill>
                <a:latin typeface="Times New Roman" panose="02020603050405020304" pitchFamily="18" charset="0"/>
                <a:cs typeface="Times New Roman" panose="02020603050405020304" pitchFamily="18" charset="0"/>
              </a:rPr>
              <a:t>Chú ý: việc record phụ thuộc và việc phần cứng được hỗ trợ hay không</a:t>
            </a:r>
            <a:endParaRPr lang="en-US" sz="2000"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Android OS chưa có cơ chế cài đặt thêm các codec mới cho audio và video, trường hợp ứng dụng muốn chạy format mới thì cần tự làm việc với i/o stream, surface view và audio stream</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4544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1.2 LÀM VIỆC VỚI AUDIO</a:t>
            </a:r>
            <a:endParaRPr lang="vi-VN" sz="3600" b="1" kern="0">
              <a:solidFill>
                <a:schemeClr val="bg1"/>
              </a:solidFill>
            </a:endParaRPr>
          </a:p>
        </p:txBody>
      </p:sp>
    </p:spTree>
    <p:extLst>
      <p:ext uri="{BB962C8B-B14F-4D97-AF65-F5344CB8AC3E}">
        <p14:creationId xmlns:p14="http://schemas.microsoft.com/office/powerpoint/2010/main" val="4036209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1.2.1 MEDIAPLAYER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10</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304800" y="1066800"/>
            <a:ext cx="8534400" cy="5565947"/>
          </a:xfrm>
          <a:prstGeom prst="rect">
            <a:avLst/>
          </a:prstGeom>
          <a:noFill/>
        </p:spPr>
        <p:txBody>
          <a:bodyPr wrap="square" rtlCol="0">
            <a:spAutoFit/>
          </a:bodyPr>
          <a:lstStyle/>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MediaPlayer</a:t>
            </a:r>
            <a:r>
              <a:rPr lang="en-US">
                <a:solidFill>
                  <a:schemeClr val="accent4">
                    <a:lumMod val="90000"/>
                    <a:lumOff val="10000"/>
                  </a:schemeClr>
                </a:solidFill>
                <a:latin typeface="Times New Roman" panose="02020603050405020304" pitchFamily="18" charset="0"/>
                <a:cs typeface="Times New Roman" panose="02020603050405020304" pitchFamily="18" charset="0"/>
              </a:rPr>
              <a:t> là thành phần có sẵn, nó</a:t>
            </a:r>
            <a:r>
              <a:rPr lang="vi-VN">
                <a:solidFill>
                  <a:schemeClr val="accent4">
                    <a:lumMod val="90000"/>
                    <a:lumOff val="10000"/>
                  </a:schemeClr>
                </a:solidFill>
                <a:latin typeface="Times New Roman" panose="02020603050405020304" pitchFamily="18" charset="0"/>
                <a:cs typeface="Times New Roman" panose="02020603050405020304" pitchFamily="18" charset="0"/>
              </a:rPr>
              <a:t> có thể chạy các file audio và video, với file nguồn nằm trên thiết bị của bạn hoặc từ một đường dẫn URL</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MediaPlayer cung cấp các phương thức để bản kiểm soát phát lại âm thanh (control playback of audio/video) bao gồm chạy, dừng, tua đi, tua lại,..</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MediaPlayer là một thành phần không có giao diện, nó dễ dàng giúp ta chơi một file nhạc, tuy nhiên để chơi một file video ta cần phải kết hợp nó với SuffaceView để hiển thị hình ảnh. </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7048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1.2.1 MEDIAPLAYER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11</a:t>
            </a:fld>
            <a:endParaRPr lang="en-US"/>
          </a:p>
        </p:txBody>
      </p:sp>
      <p:pic>
        <p:nvPicPr>
          <p:cNvPr id="5" name="Picture 4" descr="Graphical user interface, text, application, email&#10;&#10;Description automatically generated">
            <a:extLst>
              <a:ext uri="{FF2B5EF4-FFF2-40B4-BE49-F238E27FC236}">
                <a16:creationId xmlns:a16="http://schemas.microsoft.com/office/drawing/2014/main" id="{A184A7F0-B953-4A40-B85A-B66E651E70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 y="1255713"/>
            <a:ext cx="8717280" cy="5130800"/>
          </a:xfrm>
          <a:prstGeom prst="rect">
            <a:avLst/>
          </a:prstGeom>
        </p:spPr>
      </p:pic>
    </p:spTree>
    <p:extLst>
      <p:ext uri="{BB962C8B-B14F-4D97-AF65-F5344CB8AC3E}">
        <p14:creationId xmlns:p14="http://schemas.microsoft.com/office/powerpoint/2010/main" val="3008494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1.2.1 MEDIAPLAYER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12</a:t>
            </a:fld>
            <a:endParaRPr lang="en-US"/>
          </a:p>
        </p:txBody>
      </p:sp>
      <p:pic>
        <p:nvPicPr>
          <p:cNvPr id="5" name="Picture 4" descr="Graphical user interface, text, application, chat or text message&#10;&#10;Description automatically generated">
            <a:extLst>
              <a:ext uri="{FF2B5EF4-FFF2-40B4-BE49-F238E27FC236}">
                <a16:creationId xmlns:a16="http://schemas.microsoft.com/office/drawing/2014/main" id="{943EA426-3603-47B3-8C00-720BAC0FAE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425" y="1295400"/>
            <a:ext cx="8650029" cy="4495800"/>
          </a:xfrm>
          <a:prstGeom prst="rect">
            <a:avLst/>
          </a:prstGeom>
        </p:spPr>
      </p:pic>
    </p:spTree>
    <p:extLst>
      <p:ext uri="{BB962C8B-B14F-4D97-AF65-F5344CB8AC3E}">
        <p14:creationId xmlns:p14="http://schemas.microsoft.com/office/powerpoint/2010/main" val="3671806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1.2.1 MEDIAPLAYER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13</a:t>
            </a:fld>
            <a:endParaRPr lang="en-US"/>
          </a:p>
        </p:txBody>
      </p:sp>
      <p:pic>
        <p:nvPicPr>
          <p:cNvPr id="5" name="Picture 4" descr="Graphical user interface, text, application, chat or text message&#10;&#10;Description automatically generated">
            <a:extLst>
              <a:ext uri="{FF2B5EF4-FFF2-40B4-BE49-F238E27FC236}">
                <a16:creationId xmlns:a16="http://schemas.microsoft.com/office/drawing/2014/main" id="{943EA426-3603-47B3-8C00-720BAC0FAE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425" y="1295400"/>
            <a:ext cx="8650029" cy="4495800"/>
          </a:xfrm>
          <a:prstGeom prst="rect">
            <a:avLst/>
          </a:prstGeom>
        </p:spPr>
      </p:pic>
    </p:spTree>
    <p:extLst>
      <p:ext uri="{BB962C8B-B14F-4D97-AF65-F5344CB8AC3E}">
        <p14:creationId xmlns:p14="http://schemas.microsoft.com/office/powerpoint/2010/main" val="1359040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a:t>
            </a:r>
            <a:r>
              <a:rPr lang="vi-VN" sz="2300" b="1"/>
              <a:t>CHƠI AUDIO TỪ RESOURCE</a:t>
            </a:r>
            <a:endParaRPr lang="en-US" sz="2300" b="1"/>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14</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09550" y="990600"/>
            <a:ext cx="8782050" cy="3822650"/>
          </a:xfrm>
          <a:prstGeom prst="rect">
            <a:avLst/>
          </a:prstGeom>
          <a:noFill/>
        </p:spPr>
        <p:txBody>
          <a:bodyPr wrap="square" rtlCol="0">
            <a:spAutoFit/>
          </a:bodyPr>
          <a:lstStyle/>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Tạo một file nhạc trong thư mục res/raw của dự án</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Khởi tạo đối tượng MediaPlayer thông qua hàm static</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a:solidFill>
                  <a:schemeClr val="accent4">
                    <a:lumMod val="90000"/>
                    <a:lumOff val="10000"/>
                  </a:schemeClr>
                </a:solidFill>
                <a:latin typeface="Times New Roman" panose="02020603050405020304" pitchFamily="18" charset="0"/>
                <a:cs typeface="Times New Roman" panose="02020603050405020304" pitchFamily="18" charset="0"/>
              </a:rPr>
              <a:t>create, prepare để khởi tạo các thông số cần thiết và bắt đầu chơi nhạc bằng phương thức start</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Gọi phương thức stop() để dừng lại</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Tạm dừng sử dụng phương thức pause()</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algn="just">
              <a:lnSpc>
                <a:spcPct val="150000"/>
              </a:lnSpc>
              <a:buClr>
                <a:srgbClr val="FF0000"/>
              </a:buCl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 Chú ý: trong thử nghiệm thì chạy file từ resource không cần gọi prepare</a:t>
            </a:r>
          </a:p>
        </p:txBody>
      </p:sp>
      <p:pic>
        <p:nvPicPr>
          <p:cNvPr id="5" name="Picture 4" descr="Text&#10;&#10;Description automatically generated with medium confidence">
            <a:extLst>
              <a:ext uri="{FF2B5EF4-FFF2-40B4-BE49-F238E27FC236}">
                <a16:creationId xmlns:a16="http://schemas.microsoft.com/office/drawing/2014/main" id="{2FE54930-BE14-46D3-B67A-D9787D9F06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111" y="4846035"/>
            <a:ext cx="6774278" cy="1540478"/>
          </a:xfrm>
          <a:prstGeom prst="rect">
            <a:avLst/>
          </a:prstGeom>
        </p:spPr>
      </p:pic>
    </p:spTree>
    <p:extLst>
      <p:ext uri="{BB962C8B-B14F-4D97-AF65-F5344CB8AC3E}">
        <p14:creationId xmlns:p14="http://schemas.microsoft.com/office/powerpoint/2010/main" val="2726526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a:t>
            </a:r>
            <a:r>
              <a:rPr lang="vi-VN" sz="2300" b="1"/>
              <a:t>CHƠI AUDIO TỪ RESOURCE</a:t>
            </a:r>
            <a:endParaRPr lang="en-US" sz="2300" b="1"/>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15</a:t>
            </a:fld>
            <a:endParaRPr lang="en-US"/>
          </a:p>
        </p:txBody>
      </p:sp>
      <p:pic>
        <p:nvPicPr>
          <p:cNvPr id="6" name="Picture 5" descr="A picture containing graphical user interface&#10;&#10;Description automatically generated">
            <a:extLst>
              <a:ext uri="{FF2B5EF4-FFF2-40B4-BE49-F238E27FC236}">
                <a16:creationId xmlns:a16="http://schemas.microsoft.com/office/drawing/2014/main" id="{27DBE0A3-9081-4CD5-A806-ACF81B3701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058139"/>
            <a:ext cx="7010400" cy="5442674"/>
          </a:xfrm>
          <a:prstGeom prst="rect">
            <a:avLst/>
          </a:prstGeom>
        </p:spPr>
      </p:pic>
    </p:spTree>
    <p:extLst>
      <p:ext uri="{BB962C8B-B14F-4D97-AF65-F5344CB8AC3E}">
        <p14:creationId xmlns:p14="http://schemas.microsoft.com/office/powerpoint/2010/main" val="2593375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a:t>
            </a:r>
            <a:r>
              <a:rPr lang="vi-VN" sz="2300" b="1"/>
              <a:t>CHƠI AUDIO TỪ RESOURCE</a:t>
            </a:r>
            <a:endParaRPr lang="en-US" sz="2300" b="1"/>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16</a:t>
            </a:fld>
            <a:endParaRPr lang="en-US"/>
          </a:p>
        </p:txBody>
      </p:sp>
      <p:pic>
        <p:nvPicPr>
          <p:cNvPr id="5" name="Picture 4" descr="Text, letter&#10;&#10;Description automatically generated">
            <a:extLst>
              <a:ext uri="{FF2B5EF4-FFF2-40B4-BE49-F238E27FC236}">
                <a16:creationId xmlns:a16="http://schemas.microsoft.com/office/drawing/2014/main" id="{5617D4E0-51AD-48EC-BFB8-5139D1D202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953" y="1219200"/>
            <a:ext cx="8068597" cy="4953000"/>
          </a:xfrm>
          <a:prstGeom prst="rect">
            <a:avLst/>
          </a:prstGeom>
        </p:spPr>
      </p:pic>
    </p:spTree>
    <p:extLst>
      <p:ext uri="{BB962C8B-B14F-4D97-AF65-F5344CB8AC3E}">
        <p14:creationId xmlns:p14="http://schemas.microsoft.com/office/powerpoint/2010/main" val="3978368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a:t>
            </a:r>
            <a:r>
              <a:rPr lang="vi-VN" sz="2300" b="1"/>
              <a:t>CHƠI AUDIO TỪ RESOURCE</a:t>
            </a:r>
            <a:endParaRPr lang="en-US" sz="2300" b="1"/>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17</a:t>
            </a:fld>
            <a:endParaRPr lang="en-US"/>
          </a:p>
        </p:txBody>
      </p:sp>
      <p:pic>
        <p:nvPicPr>
          <p:cNvPr id="6" name="Picture 5" descr="Text&#10;&#10;Description automatically generated">
            <a:extLst>
              <a:ext uri="{FF2B5EF4-FFF2-40B4-BE49-F238E27FC236}">
                <a16:creationId xmlns:a16="http://schemas.microsoft.com/office/drawing/2014/main" id="{96E555F3-37EE-4D34-8BED-B678207DC4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900" y="1152695"/>
            <a:ext cx="8458200" cy="5159035"/>
          </a:xfrm>
          <a:prstGeom prst="rect">
            <a:avLst/>
          </a:prstGeom>
        </p:spPr>
      </p:pic>
    </p:spTree>
    <p:extLst>
      <p:ext uri="{BB962C8B-B14F-4D97-AF65-F5344CB8AC3E}">
        <p14:creationId xmlns:p14="http://schemas.microsoft.com/office/powerpoint/2010/main" val="2217988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1.2.3 </a:t>
            </a:r>
            <a:r>
              <a:rPr lang="vi-VN" sz="2300" b="1"/>
              <a:t>CHƠI AUDIO TỪ FILE/STREAM</a:t>
            </a:r>
            <a:endParaRPr lang="en-US" sz="2300" b="1"/>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18</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09550" y="990600"/>
            <a:ext cx="8782050" cy="4457952"/>
          </a:xfrm>
          <a:prstGeom prst="rect">
            <a:avLst/>
          </a:prstGeom>
          <a:noFill/>
        </p:spPr>
        <p:txBody>
          <a:bodyPr wrap="square" rtlCol="0">
            <a:spAutoFit/>
          </a:bodyPr>
          <a:lstStyle/>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Khởi tạo MediaPlayer thông qua hàm khởi tạo</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Gọi phương thức setDataSource(string url) với url là địa chỉ file hay đường dẫn trên internet</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Gọi phương thức prepare() để khởi tạo codec phù hợp</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Gọi phương thức start() để bắt đầu chơi</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Khi muốn tạm dừng hay dừng hẳn gọi các phương thức pause() hay stop()</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6" name="Picture 5" descr="Text&#10;&#10;Description automatically generated">
            <a:extLst>
              <a:ext uri="{FF2B5EF4-FFF2-40B4-BE49-F238E27FC236}">
                <a16:creationId xmlns:a16="http://schemas.microsoft.com/office/drawing/2014/main" id="{46C7F27B-1EEA-4142-813E-1C592A995E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725" y="4912127"/>
            <a:ext cx="7589838" cy="1600200"/>
          </a:xfrm>
          <a:prstGeom prst="rect">
            <a:avLst/>
          </a:prstGeom>
        </p:spPr>
      </p:pic>
    </p:spTree>
    <p:extLst>
      <p:ext uri="{BB962C8B-B14F-4D97-AF65-F5344CB8AC3E}">
        <p14:creationId xmlns:p14="http://schemas.microsoft.com/office/powerpoint/2010/main" val="1478044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1.2.4 MỘT SỐ CHÚ Ý KHI PLAYBACK</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19</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09550" y="990600"/>
            <a:ext cx="8782050" cy="5011949"/>
          </a:xfrm>
          <a:prstGeom prst="rect">
            <a:avLst/>
          </a:prstGeom>
          <a:noFill/>
        </p:spPr>
        <p:txBody>
          <a:bodyPr wrap="square" rtlCol="0">
            <a:spAutoFit/>
          </a:bodyPr>
          <a:lstStyle/>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MediaPlayer cần được </a:t>
            </a:r>
            <a:r>
              <a:rPr lang="vi-VN" dirty="0">
                <a:solidFill>
                  <a:srgbClr val="FF0000"/>
                </a:solidFill>
                <a:latin typeface="Times New Roman" panose="02020603050405020304" pitchFamily="18" charset="0"/>
                <a:cs typeface="Times New Roman" panose="02020603050405020304" pitchFamily="18" charset="0"/>
              </a:rPr>
              <a:t>reset</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 hoặc </a:t>
            </a:r>
            <a:r>
              <a:rPr lang="vi-VN" dirty="0">
                <a:solidFill>
                  <a:srgbClr val="FF0000"/>
                </a:solidFill>
                <a:latin typeface="Times New Roman" panose="02020603050405020304" pitchFamily="18" charset="0"/>
                <a:cs typeface="Times New Roman" panose="02020603050405020304" pitchFamily="18" charset="0"/>
              </a:rPr>
              <a:t>release</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 rồi mới được chơi lại nếu trước đó bạn </a:t>
            </a:r>
            <a:r>
              <a:rPr lang="vi-VN" dirty="0">
                <a:solidFill>
                  <a:srgbClr val="FF0000"/>
                </a:solidFill>
                <a:latin typeface="Times New Roman" panose="02020603050405020304" pitchFamily="18" charset="0"/>
                <a:cs typeface="Times New Roman" panose="02020603050405020304" pitchFamily="18" charset="0"/>
              </a:rPr>
              <a:t>stop</a:t>
            </a:r>
            <a:endParaRPr lang="en-US" dirty="0">
              <a:solidFill>
                <a:srgbClr val="FF0000"/>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MediaPlayer</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chạy</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ngầm</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vì</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thế</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nếu</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bạn</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đóng</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activity</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(finish)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thì</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audio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vẫn</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chạy</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ngầm</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và</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không</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có</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cách</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nào</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dừng</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nó</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vì</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thế</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nên</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dùng</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System.exit</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để</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kết</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thúc</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ứng</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dụng</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Có thể chơi cùng lúc nhiều MediaPlayer và có thể thiết lập các mức volume khác nhau cũng như các nguồn ra khác nhau cho từng MediaPlayer (ví dụ chơi 2 file audio và mỗi file đổ âm thanh ra một phía của tai nghe)</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6900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1.2.4 MỘT SỐ CHÚ Ý KHI PLAYBACK</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20</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09550" y="990600"/>
            <a:ext cx="8077200" cy="4642618"/>
          </a:xfrm>
          <a:prstGeom prst="rect">
            <a:avLst/>
          </a:prstGeom>
          <a:noFill/>
        </p:spPr>
        <p:txBody>
          <a:bodyPr wrap="square" rtlCol="0">
            <a:spAutoFit/>
          </a:bodyPr>
          <a:lstStyle/>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Muốn ứng dụng chạy ngầm và sau khi ứng dụng quay trở lại vẫn tiếp tục điều khiển được Audio cũ, ta nên sử dụng service</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Muốn tương tác với phím điều khiển âm lượng: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Đăng kí broadcast receiver: </a:t>
            </a:r>
            <a:r>
              <a:rPr lang="en-US" sz="2000" b="1">
                <a:solidFill>
                  <a:schemeClr val="accent4">
                    <a:lumMod val="90000"/>
                    <a:lumOff val="10000"/>
                  </a:schemeClr>
                </a:solidFill>
                <a:latin typeface="Times New Roman" panose="02020603050405020304" pitchFamily="18" charset="0"/>
                <a:cs typeface="Times New Roman" panose="02020603050405020304" pitchFamily="18" charset="0"/>
              </a:rPr>
              <a:t>android.intent.action.MEDIA_BUTTON</a:t>
            </a:r>
          </a:p>
          <a:p>
            <a:pPr marL="800100" lvl="1" indent="-342900" algn="just">
              <a:lnSpc>
                <a:spcPct val="150000"/>
              </a:lnSpc>
              <a:buClr>
                <a:srgbClr val="FF0000"/>
              </a:buClr>
              <a:buFont typeface="Arial" panose="020B0604020202020204" pitchFamily="34" charset="0"/>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Điều chỉnh âm thanh bằng phương thức setVolume(left, right), trong đó giá trị left/right là số thực nằm trong khoảng từ 0.0f đến 1.0f</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Sử dụng AudioManager trong trường hợp muốn tương tác nhiều hơn với phần cứng audio</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3212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1.3 LÀM VIỆC VỚI VIDEO</a:t>
            </a:r>
            <a:endParaRPr lang="vi-VN" sz="3600" b="1" kern="0">
              <a:solidFill>
                <a:schemeClr val="bg1"/>
              </a:solidFill>
            </a:endParaRPr>
          </a:p>
        </p:txBody>
      </p:sp>
    </p:spTree>
    <p:extLst>
      <p:ext uri="{BB962C8B-B14F-4D97-AF65-F5344CB8AC3E}">
        <p14:creationId xmlns:p14="http://schemas.microsoft.com/office/powerpoint/2010/main" val="1552036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 LÀM VIỆC VỚI VIDEO</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22</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09550" y="990600"/>
            <a:ext cx="8629650" cy="4827284"/>
          </a:xfrm>
          <a:prstGeom prst="rect">
            <a:avLst/>
          </a:prstGeom>
          <a:noFill/>
        </p:spPr>
        <p:txBody>
          <a:bodyPr wrap="square" rtlCol="0">
            <a:spAutoFit/>
          </a:bodyPr>
          <a:lstStyle/>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Android OS có 2 cách để chơi lại các tập tin video</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a:t>
            </a:r>
          </a:p>
          <a:p>
            <a:pPr marL="800100" lvl="1" indent="-342900" algn="just">
              <a:lnSpc>
                <a:spcPct val="150000"/>
              </a:lnSpc>
              <a:buClr>
                <a:srgbClr val="FF0000"/>
              </a:buClr>
              <a:buFont typeface="Arial" panose="020B0604020202020204" pitchFamily="34" charset="0"/>
              <a:buChar char="•"/>
            </a:pP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Sử</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dụng</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b="1" dirty="0" err="1">
                <a:solidFill>
                  <a:schemeClr val="accent4">
                    <a:lumMod val="90000"/>
                    <a:lumOff val="10000"/>
                  </a:schemeClr>
                </a:solidFill>
                <a:latin typeface="Times New Roman" panose="02020603050405020304" pitchFamily="18" charset="0"/>
                <a:cs typeface="Times New Roman" panose="02020603050405020304" pitchFamily="18" charset="0"/>
              </a:rPr>
              <a:t>VideoView</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kết</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hợp</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với</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b="1" dirty="0" err="1">
                <a:solidFill>
                  <a:schemeClr val="accent4">
                    <a:lumMod val="90000"/>
                    <a:lumOff val="10000"/>
                  </a:schemeClr>
                </a:solidFill>
                <a:latin typeface="Times New Roman" panose="02020603050405020304" pitchFamily="18" charset="0"/>
                <a:cs typeface="Times New Roman" panose="02020603050405020304" pitchFamily="18" charset="0"/>
              </a:rPr>
              <a:t>MediaController</a:t>
            </a:r>
            <a:endParaRPr lang="en-US" sz="2000" b="1"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just">
              <a:lnSpc>
                <a:spcPct val="150000"/>
              </a:lnSpc>
              <a:buClr>
                <a:srgbClr val="FF0000"/>
              </a:buClr>
              <a:buFont typeface="Arial" panose="020B0604020202020204" pitchFamily="34" charset="0"/>
              <a:buChar char="•"/>
            </a:pP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Sử</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dụng</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b="1" dirty="0" err="1">
                <a:solidFill>
                  <a:schemeClr val="accent4">
                    <a:lumMod val="90000"/>
                    <a:lumOff val="10000"/>
                  </a:schemeClr>
                </a:solidFill>
                <a:latin typeface="Times New Roman" panose="02020603050405020304" pitchFamily="18" charset="0"/>
                <a:cs typeface="Times New Roman" panose="02020603050405020304" pitchFamily="18" charset="0"/>
              </a:rPr>
              <a:t>MediaPlayer</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và</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b="1" dirty="0" err="1">
                <a:solidFill>
                  <a:schemeClr val="accent4">
                    <a:lumMod val="90000"/>
                    <a:lumOff val="10000"/>
                  </a:schemeClr>
                </a:solidFill>
                <a:latin typeface="Times New Roman" panose="02020603050405020304" pitchFamily="18" charset="0"/>
                <a:cs typeface="Times New Roman" panose="02020603050405020304" pitchFamily="18" charset="0"/>
              </a:rPr>
              <a:t>SurfaceView</a:t>
            </a:r>
            <a:endParaRPr lang="en-US" sz="2000" b="1"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Chơi lại video không yêu cầu quyền gì đặc biệt, nhưng nếu file video ở ngoài internet, thì ứng dụng cần có quyền truy cập internet</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Phương pháp thứ 2 cho phép lập trình viên thiết lập các bộ filter cho hình ảnh phát ra thông qua hàm</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b="1" dirty="0">
                <a:solidFill>
                  <a:schemeClr val="accent4">
                    <a:lumMod val="90000"/>
                    <a:lumOff val="10000"/>
                  </a:schemeClr>
                </a:solidFill>
                <a:latin typeface="Times New Roman" panose="02020603050405020304" pitchFamily="18" charset="0"/>
                <a:cs typeface="Times New Roman" panose="02020603050405020304" pitchFamily="18" charset="0"/>
              </a:rPr>
              <a:t>setPreviewCallback(filter), </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cần có kiến thức tốt về video nếu muốn viết filter</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07846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VIDEOVIEW + MEDIACONTROLLER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23</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09550" y="990600"/>
            <a:ext cx="8629650" cy="5011949"/>
          </a:xfrm>
          <a:prstGeom prst="rect">
            <a:avLst/>
          </a:prstGeom>
          <a:noFill/>
        </p:spPr>
        <p:txBody>
          <a:bodyPr wrap="square" rtlCol="0">
            <a:spAutoFit/>
          </a:bodyPr>
          <a:lstStyle/>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VideoView là view dùng để hiển thị dữ liệu video</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VideoView cung cấp các hàm để điều khiển quá trình chơi video: </a:t>
            </a:r>
            <a:r>
              <a:rPr lang="vi-VN" dirty="0">
                <a:solidFill>
                  <a:srgbClr val="FF0000"/>
                </a:solidFill>
                <a:latin typeface="Times New Roman" panose="02020603050405020304" pitchFamily="18" charset="0"/>
                <a:cs typeface="Times New Roman" panose="02020603050405020304" pitchFamily="18" charset="0"/>
              </a:rPr>
              <a:t>start</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dirty="0">
                <a:solidFill>
                  <a:srgbClr val="FF0000"/>
                </a:solidFill>
                <a:latin typeface="Times New Roman" panose="02020603050405020304" pitchFamily="18" charset="0"/>
                <a:cs typeface="Times New Roman" panose="02020603050405020304" pitchFamily="18" charset="0"/>
              </a:rPr>
              <a:t>pause</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dirty="0">
                <a:solidFill>
                  <a:srgbClr val="FF0000"/>
                </a:solidFill>
                <a:latin typeface="Times New Roman" panose="02020603050405020304" pitchFamily="18" charset="0"/>
                <a:cs typeface="Times New Roman" panose="02020603050405020304" pitchFamily="18" charset="0"/>
              </a:rPr>
              <a:t>suspend</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dirty="0">
                <a:solidFill>
                  <a:srgbClr val="FF0000"/>
                </a:solidFill>
                <a:latin typeface="Times New Roman" panose="02020603050405020304" pitchFamily="18" charset="0"/>
                <a:cs typeface="Times New Roman" panose="02020603050405020304" pitchFamily="18" charset="0"/>
              </a:rPr>
              <a:t>resume</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dirty="0">
                <a:solidFill>
                  <a:srgbClr val="FF0000"/>
                </a:solidFill>
                <a:latin typeface="Times New Roman" panose="02020603050405020304" pitchFamily="18" charset="0"/>
                <a:cs typeface="Times New Roman" panose="02020603050405020304" pitchFamily="18" charset="0"/>
              </a:rPr>
              <a:t>stopPlayback</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dirty="0">
                <a:solidFill>
                  <a:srgbClr val="FF0000"/>
                </a:solidFill>
                <a:latin typeface="Times New Roman" panose="02020603050405020304" pitchFamily="18" charset="0"/>
                <a:cs typeface="Times New Roman" panose="02020603050405020304" pitchFamily="18" charset="0"/>
              </a:rPr>
              <a:t>seekTo</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(millis)</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MediaController là widget cung cấp các điều khiển cơ bản cho video, ngoài ra cũng cho lập trình viên tùy biến điều khiển các nút </a:t>
            </a:r>
            <a:r>
              <a:rPr lang="vi-VN" dirty="0">
                <a:solidFill>
                  <a:srgbClr val="FF0000"/>
                </a:solidFill>
                <a:latin typeface="Times New Roman" panose="02020603050405020304" pitchFamily="18" charset="0"/>
                <a:cs typeface="Times New Roman" panose="02020603050405020304" pitchFamily="18" charset="0"/>
              </a:rPr>
              <a:t>next</a:t>
            </a: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 và </a:t>
            </a:r>
            <a:r>
              <a:rPr lang="vi-VN" dirty="0">
                <a:solidFill>
                  <a:srgbClr val="FF0000"/>
                </a:solidFill>
                <a:latin typeface="Times New Roman" panose="02020603050405020304" pitchFamily="18" charset="0"/>
                <a:cs typeface="Times New Roman" panose="02020603050405020304" pitchFamily="18" charset="0"/>
              </a:rPr>
              <a:t>prev</a:t>
            </a:r>
            <a:endParaRPr lang="en-US" dirty="0">
              <a:solidFill>
                <a:srgbClr val="FF0000"/>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VideoView và MediaController được thiết kế để làm việc với nhau và cùng đáp ứng trải nghiệm người dùng khi chơi video (xử lý các sự kiện chạm)</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67401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VIDEOVIEW + MEDIACONTROLLER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24</a:t>
            </a:fld>
            <a:endParaRPr lang="en-US"/>
          </a:p>
        </p:txBody>
      </p:sp>
      <p:pic>
        <p:nvPicPr>
          <p:cNvPr id="5" name="Picture 4" descr="Text, letter&#10;&#10;Description automatically generated">
            <a:extLst>
              <a:ext uri="{FF2B5EF4-FFF2-40B4-BE49-F238E27FC236}">
                <a16:creationId xmlns:a16="http://schemas.microsoft.com/office/drawing/2014/main" id="{FA7AA828-3F1A-4D67-90C5-7C6A9BDF4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219200"/>
            <a:ext cx="8001000" cy="5193137"/>
          </a:xfrm>
          <a:prstGeom prst="rect">
            <a:avLst/>
          </a:prstGeom>
        </p:spPr>
      </p:pic>
    </p:spTree>
    <p:extLst>
      <p:ext uri="{BB962C8B-B14F-4D97-AF65-F5344CB8AC3E}">
        <p14:creationId xmlns:p14="http://schemas.microsoft.com/office/powerpoint/2010/main" val="18506191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VIDEOVIEW + MEDIACONTROLLER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25</a:t>
            </a:fld>
            <a:endParaRPr lang="en-US"/>
          </a:p>
        </p:txBody>
      </p:sp>
      <p:pic>
        <p:nvPicPr>
          <p:cNvPr id="6" name="Picture 5" descr="A screenshot of a computer&#10;&#10;Description automatically generated with medium confidence">
            <a:extLst>
              <a:ext uri="{FF2B5EF4-FFF2-40B4-BE49-F238E27FC236}">
                <a16:creationId xmlns:a16="http://schemas.microsoft.com/office/drawing/2014/main" id="{22798E39-360F-4F73-982F-75E0F14DFF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409700"/>
            <a:ext cx="8721454" cy="4038600"/>
          </a:xfrm>
          <a:prstGeom prst="rect">
            <a:avLst/>
          </a:prstGeom>
        </p:spPr>
      </p:pic>
    </p:spTree>
    <p:extLst>
      <p:ext uri="{BB962C8B-B14F-4D97-AF65-F5344CB8AC3E}">
        <p14:creationId xmlns:p14="http://schemas.microsoft.com/office/powerpoint/2010/main" val="19554464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VIDEOVIEW + MEDIACONTROLLER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26</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09550" y="990600"/>
            <a:ext cx="8629650" cy="5565947"/>
          </a:xfrm>
          <a:prstGeom prst="rect">
            <a:avLst/>
          </a:prstGeom>
          <a:noFill/>
        </p:spPr>
        <p:txBody>
          <a:bodyPr wrap="square" rtlCol="0">
            <a:spAutoFit/>
          </a:bodyPr>
          <a:lstStyle/>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MediaController mặc định là ẩn, không cần đặt lên layout khi thiết kế</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MediaController dùng hàm </a:t>
            </a:r>
            <a:r>
              <a:rPr lang="vi-VN">
                <a:solidFill>
                  <a:srgbClr val="FF0000"/>
                </a:solidFill>
                <a:latin typeface="Times New Roman" panose="02020603050405020304" pitchFamily="18" charset="0"/>
                <a:cs typeface="Times New Roman" panose="02020603050405020304" pitchFamily="18" charset="0"/>
              </a:rPr>
              <a:t>setAnchorView(v)</a:t>
            </a:r>
            <a:r>
              <a:rPr lang="vi-VN">
                <a:solidFill>
                  <a:schemeClr val="accent4">
                    <a:lumMod val="90000"/>
                    <a:lumOff val="10000"/>
                  </a:schemeClr>
                </a:solidFill>
                <a:latin typeface="Times New Roman" panose="02020603050405020304" pitchFamily="18" charset="0"/>
                <a:cs typeface="Times New Roman" panose="02020603050405020304" pitchFamily="18" charset="0"/>
              </a:rPr>
              <a:t> để xác định nó sẽ được gắn vào view nào khi xuất hiện, view mặc định chính là VideoView mà nó điều khiển</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MediaController được ẩn đi sau 5s nếu không có tác động của người dùng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VideoView mặc định giữ nguyên tỉ lệ khung hình của video mà nó chạy; muốn thiết lập tỉ lệ khác, chỉ cần điều chỉnh kích thước của VideoView</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5745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MEDIAPLAYER + SURFACEVIEW</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27</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09550" y="990600"/>
            <a:ext cx="8324850" cy="5207644"/>
          </a:xfrm>
          <a:prstGeom prst="rect">
            <a:avLst/>
          </a:prstGeom>
          <a:noFill/>
        </p:spPr>
        <p:txBody>
          <a:bodyPr wrap="square" rtlCol="0">
            <a:spAutoFit/>
          </a:bodyPr>
          <a:lstStyle/>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MediaPlayer là bộ giải mã, luôn chạy ngầm, hỗ trợ nhiều chuẩn và giao thức video, audio, mạng</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vi-VN" dirty="0">
                <a:solidFill>
                  <a:schemeClr val="accent4">
                    <a:lumMod val="90000"/>
                    <a:lumOff val="10000"/>
                  </a:schemeClr>
                </a:solidFill>
                <a:latin typeface="Times New Roman" panose="02020603050405020304" pitchFamily="18" charset="0"/>
                <a:cs typeface="Times New Roman" panose="02020603050405020304" pitchFamily="18" charset="0"/>
              </a:rPr>
              <a:t>SurfaceView là view được thiết kế với mục đích để thể hiện các hình ảnh cần có tốc độ cập nhật cao, đặc biệt thích hợp với việc thể hiện dữ liệu từ video, camera và hoạt hình</a:t>
            </a:r>
            <a:endParaRPr lang="en-US"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just">
              <a:lnSpc>
                <a:spcPct val="150000"/>
              </a:lnSpc>
              <a:buClr>
                <a:srgbClr val="FF0000"/>
              </a:buClr>
              <a:buFont typeface="Arial" panose="020B0604020202020204" pitchFamily="34" charset="0"/>
              <a:buChar char="•"/>
            </a:pP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SurfaceView</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có</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những</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hạn</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chế</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nhất</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dirty="0" err="1">
                <a:solidFill>
                  <a:schemeClr val="accent4">
                    <a:lumMod val="90000"/>
                    <a:lumOff val="10000"/>
                  </a:schemeClr>
                </a:solidFill>
                <a:latin typeface="Times New Roman" panose="02020603050405020304" pitchFamily="18" charset="0"/>
                <a:cs typeface="Times New Roman" panose="02020603050405020304" pitchFamily="18" charset="0"/>
              </a:rPr>
              <a:t>định</a:t>
            </a:r>
            <a:r>
              <a:rPr lang="en-US" dirty="0">
                <a:solidFill>
                  <a:schemeClr val="accent4">
                    <a:lumMod val="90000"/>
                    <a:lumOff val="10000"/>
                  </a:schemeClr>
                </a:solidFill>
                <a:latin typeface="Times New Roman" panose="02020603050405020304" pitchFamily="18" charset="0"/>
                <a:cs typeface="Times New Roman" panose="02020603050405020304" pitchFamily="18" charset="0"/>
              </a:rPr>
              <a:t>:</a:t>
            </a:r>
          </a:p>
          <a:p>
            <a:pPr marL="800100" lvl="1" indent="-342900" algn="just">
              <a:lnSpc>
                <a:spcPct val="150000"/>
              </a:lnSpc>
              <a:buClr>
                <a:srgbClr val="FF0000"/>
              </a:buClr>
              <a:buFont typeface="Arial" panose="020B0604020202020204" pitchFamily="34" charset="0"/>
              <a:buChar char="•"/>
            </a:pPr>
            <a:r>
              <a:rPr lang="vi-VN" sz="2000" dirty="0">
                <a:solidFill>
                  <a:schemeClr val="accent4">
                    <a:lumMod val="90000"/>
                    <a:lumOff val="10000"/>
                  </a:schemeClr>
                </a:solidFill>
                <a:latin typeface="Times New Roman" panose="02020603050405020304" pitchFamily="18" charset="0"/>
                <a:cs typeface="Times New Roman" panose="02020603050405020304" pitchFamily="18" charset="0"/>
              </a:rPr>
              <a:t>Thread có cơ chế cập nhật thẳng vào SurfaceView không cần qua đồng bộ</a:t>
            </a:r>
            <a:endParaRPr lang="en-US" sz="2000" dirty="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just">
              <a:lnSpc>
                <a:spcPct val="150000"/>
              </a:lnSpc>
              <a:buClr>
                <a:srgbClr val="FF0000"/>
              </a:buClr>
              <a:buFont typeface="Arial" panose="020B0604020202020204" pitchFamily="34" charset="0"/>
              <a:buChar char="•"/>
            </a:pP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SurfaceView</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luôn</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chiếm</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một</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vùng</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màn</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hình</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và</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không</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thể</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bị</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che</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hoặc</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có</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bóng</a:t>
            </a:r>
            <a:r>
              <a:rPr lang="en-US" sz="2000" dirty="0">
                <a:solidFill>
                  <a:schemeClr val="accent4">
                    <a:lumMod val="90000"/>
                    <a:lumOff val="10000"/>
                  </a:schemeClr>
                </a:solidFill>
                <a:latin typeface="Times New Roman" panose="02020603050405020304" pitchFamily="18" charset="0"/>
                <a:cs typeface="Times New Roman" panose="02020603050405020304" pitchFamily="18" charset="0"/>
              </a:rPr>
              <a:t> </a:t>
            </a:r>
            <a:r>
              <a:rPr lang="en-US" sz="2000" dirty="0" err="1">
                <a:solidFill>
                  <a:schemeClr val="accent4">
                    <a:lumMod val="90000"/>
                    <a:lumOff val="10000"/>
                  </a:schemeClr>
                </a:solidFill>
                <a:latin typeface="Times New Roman" panose="02020603050405020304" pitchFamily="18" charset="0"/>
                <a:cs typeface="Times New Roman" panose="02020603050405020304" pitchFamily="18" charset="0"/>
              </a:rPr>
              <a:t>mờ</a:t>
            </a:r>
            <a:endParaRPr lang="en-US" sz="2000" dirty="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43033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MEDIAPLAYER + SURFACEVIEW</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28</a:t>
            </a:fld>
            <a:endParaRPr lang="en-US"/>
          </a:p>
        </p:txBody>
      </p:sp>
      <p:pic>
        <p:nvPicPr>
          <p:cNvPr id="5" name="Picture 4" descr="Text&#10;&#10;Description automatically generated">
            <a:extLst>
              <a:ext uri="{FF2B5EF4-FFF2-40B4-BE49-F238E27FC236}">
                <a16:creationId xmlns:a16="http://schemas.microsoft.com/office/drawing/2014/main" id="{9C773F3E-DBFB-49BC-B2F5-CAD1E60BEC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066800"/>
            <a:ext cx="8591550" cy="5314460"/>
          </a:xfrm>
          <a:prstGeom prst="rect">
            <a:avLst/>
          </a:prstGeom>
        </p:spPr>
      </p:pic>
    </p:spTree>
    <p:extLst>
      <p:ext uri="{BB962C8B-B14F-4D97-AF65-F5344CB8AC3E}">
        <p14:creationId xmlns:p14="http://schemas.microsoft.com/office/powerpoint/2010/main" val="8569342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MEDIAPLAYER + SURFACEVIEW</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29</a:t>
            </a:fld>
            <a:endParaRPr lang="en-US"/>
          </a:p>
        </p:txBody>
      </p:sp>
      <p:pic>
        <p:nvPicPr>
          <p:cNvPr id="6" name="Picture 5" descr="Text&#10;&#10;Description automatically generated">
            <a:extLst>
              <a:ext uri="{FF2B5EF4-FFF2-40B4-BE49-F238E27FC236}">
                <a16:creationId xmlns:a16="http://schemas.microsoft.com/office/drawing/2014/main" id="{F556EAF6-54FF-464C-82C9-B68689ADA6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219200"/>
            <a:ext cx="8305800" cy="5126684"/>
          </a:xfrm>
          <a:prstGeom prst="rect">
            <a:avLst/>
          </a:prstGeom>
        </p:spPr>
      </p:pic>
    </p:spTree>
    <p:extLst>
      <p:ext uri="{BB962C8B-B14F-4D97-AF65-F5344CB8AC3E}">
        <p14:creationId xmlns:p14="http://schemas.microsoft.com/office/powerpoint/2010/main" val="3655629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30</a:t>
            </a:fld>
            <a:endParaRPr lang="en-US"/>
          </a:p>
        </p:txBody>
      </p:sp>
      <p:sp>
        <p:nvSpPr>
          <p:cNvPr id="10" name="AutoShape 5"/>
          <p:cNvSpPr>
            <a:spLocks noChangeArrowheads="1"/>
          </p:cNvSpPr>
          <p:nvPr/>
        </p:nvSpPr>
        <p:spPr bwMode="auto">
          <a:xfrm>
            <a:off x="-7564" y="2637157"/>
            <a:ext cx="1905000" cy="1828800"/>
          </a:xfrm>
          <a:prstGeom prst="star8">
            <a:avLst>
              <a:gd name="adj" fmla="val 40139"/>
            </a:avLst>
          </a:prstGeom>
          <a:solidFill>
            <a:srgbClr val="CC3300"/>
          </a:solidFill>
          <a:ln w="952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800" b="1">
                <a:solidFill>
                  <a:srgbClr val="FFFFFF"/>
                </a:solidFill>
                <a:cs typeface="Tahoma" panose="020B0604030504040204" pitchFamily="34" charset="0"/>
              </a:rPr>
              <a:t>MULTIMEDIA </a:t>
            </a:r>
          </a:p>
        </p:txBody>
      </p:sp>
      <p:sp>
        <p:nvSpPr>
          <p:cNvPr id="14" name="Text Box 37"/>
          <p:cNvSpPr txBox="1">
            <a:spLocks noChangeArrowheads="1"/>
          </p:cNvSpPr>
          <p:nvPr/>
        </p:nvSpPr>
        <p:spPr bwMode="auto">
          <a:xfrm>
            <a:off x="1157576" y="1976949"/>
            <a:ext cx="130141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600" b="1">
                <a:latin typeface="Verdana" panose="020B0604030504040204" pitchFamily="34" charset="0"/>
                <a:ea typeface="Verdana" panose="020B0604030504040204" pitchFamily="34" charset="0"/>
                <a:cs typeface="Verdana" panose="020B0604030504040204" pitchFamily="34" charset="0"/>
              </a:rPr>
              <a:t>Audio</a:t>
            </a:r>
          </a:p>
        </p:txBody>
      </p:sp>
      <p:sp>
        <p:nvSpPr>
          <p:cNvPr id="18" name="Text Box 48"/>
          <p:cNvSpPr txBox="1">
            <a:spLocks noChangeArrowheads="1"/>
          </p:cNvSpPr>
          <p:nvPr/>
        </p:nvSpPr>
        <p:spPr bwMode="auto">
          <a:xfrm>
            <a:off x="2583236" y="1036957"/>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Mediaplayer</a:t>
            </a:r>
          </a:p>
        </p:txBody>
      </p:sp>
      <p:sp>
        <p:nvSpPr>
          <p:cNvPr id="23" name="Line 72"/>
          <p:cNvSpPr>
            <a:spLocks noChangeShapeType="1"/>
          </p:cNvSpPr>
          <p:nvPr/>
        </p:nvSpPr>
        <p:spPr bwMode="auto">
          <a:xfrm flipV="1">
            <a:off x="1592636" y="1717995"/>
            <a:ext cx="1295400" cy="1223962"/>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76"/>
          <p:cNvSpPr>
            <a:spLocks noChangeShapeType="1"/>
          </p:cNvSpPr>
          <p:nvPr/>
        </p:nvSpPr>
        <p:spPr bwMode="auto">
          <a:xfrm>
            <a:off x="3047497" y="1368372"/>
            <a:ext cx="1709194" cy="6723"/>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Line 78"/>
          <p:cNvSpPr>
            <a:spLocks noChangeShapeType="1"/>
          </p:cNvSpPr>
          <p:nvPr/>
        </p:nvSpPr>
        <p:spPr bwMode="auto">
          <a:xfrm flipH="1">
            <a:off x="3076957" y="1394810"/>
            <a:ext cx="12334" cy="1006931"/>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Line 78"/>
          <p:cNvSpPr>
            <a:spLocks noChangeShapeType="1"/>
          </p:cNvSpPr>
          <p:nvPr/>
        </p:nvSpPr>
        <p:spPr bwMode="auto">
          <a:xfrm flipH="1">
            <a:off x="3047498" y="3021498"/>
            <a:ext cx="0" cy="677245"/>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Line 79"/>
          <p:cNvSpPr>
            <a:spLocks noChangeShapeType="1"/>
          </p:cNvSpPr>
          <p:nvPr/>
        </p:nvSpPr>
        <p:spPr bwMode="auto">
          <a:xfrm>
            <a:off x="3047498" y="3071537"/>
            <a:ext cx="1658627" cy="20261"/>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Line 80"/>
          <p:cNvSpPr>
            <a:spLocks noChangeShapeType="1"/>
          </p:cNvSpPr>
          <p:nvPr/>
        </p:nvSpPr>
        <p:spPr bwMode="auto">
          <a:xfrm>
            <a:off x="3019073" y="3648774"/>
            <a:ext cx="1711114" cy="1"/>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Line 81"/>
          <p:cNvSpPr>
            <a:spLocks noChangeShapeType="1"/>
          </p:cNvSpPr>
          <p:nvPr/>
        </p:nvSpPr>
        <p:spPr bwMode="auto">
          <a:xfrm flipV="1">
            <a:off x="1784565" y="3425542"/>
            <a:ext cx="1175215" cy="137882"/>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Text Box 50"/>
          <p:cNvSpPr txBox="1">
            <a:spLocks noChangeArrowheads="1"/>
          </p:cNvSpPr>
          <p:nvPr/>
        </p:nvSpPr>
        <p:spPr bwMode="auto">
          <a:xfrm>
            <a:off x="4768002" y="3456309"/>
            <a:ext cx="4176122" cy="338554"/>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mj-lt"/>
              </a:rPr>
              <a:t>MEDIAPLAYER + SURFACEVIEW</a:t>
            </a:r>
          </a:p>
        </p:txBody>
      </p:sp>
      <p:sp>
        <p:nvSpPr>
          <p:cNvPr id="44" name="Text Box 50"/>
          <p:cNvSpPr txBox="1">
            <a:spLocks noChangeArrowheads="1"/>
          </p:cNvSpPr>
          <p:nvPr/>
        </p:nvSpPr>
        <p:spPr bwMode="auto">
          <a:xfrm>
            <a:off x="4768002" y="2920066"/>
            <a:ext cx="4176122" cy="338554"/>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mj-lt"/>
              </a:rPr>
              <a:t>VIDEOVIEW + MEDIACONTROLLER</a:t>
            </a:r>
          </a:p>
        </p:txBody>
      </p:sp>
      <p:sp>
        <p:nvSpPr>
          <p:cNvPr id="45" name="Text Box 50"/>
          <p:cNvSpPr txBox="1">
            <a:spLocks noChangeArrowheads="1"/>
          </p:cNvSpPr>
          <p:nvPr/>
        </p:nvSpPr>
        <p:spPr bwMode="auto">
          <a:xfrm>
            <a:off x="4783604" y="1035792"/>
            <a:ext cx="4143293"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rPr>
              <a:t>Hỗ trợ khởi chạy file Audio và Video (create(), start(), stop(), pause(),…)</a:t>
            </a:r>
          </a:p>
        </p:txBody>
      </p:sp>
      <p:sp>
        <p:nvSpPr>
          <p:cNvPr id="46" name="Text Box 50"/>
          <p:cNvSpPr txBox="1">
            <a:spLocks noChangeArrowheads="1"/>
          </p:cNvSpPr>
          <p:nvPr/>
        </p:nvSpPr>
        <p:spPr bwMode="auto">
          <a:xfrm>
            <a:off x="4768002" y="1819899"/>
            <a:ext cx="4176122" cy="830997"/>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200">
                <a:solidFill>
                  <a:schemeClr val="tx1"/>
                </a:solidFill>
                <a:latin typeface="+mj-lt"/>
              </a:rPr>
              <a:t>MediaPlayer mp = MediaPlayer.create(context, R.raw.URL_SOUND)</a:t>
            </a:r>
          </a:p>
          <a:p>
            <a:pPr algn="l">
              <a:defRPr/>
            </a:pPr>
            <a:r>
              <a:rPr lang="en-US" altLang="en-US" sz="1200">
                <a:solidFill>
                  <a:schemeClr val="tx1"/>
                </a:solidFill>
                <a:latin typeface="+mj-lt"/>
              </a:rPr>
              <a:t>mp.prepare();</a:t>
            </a:r>
          </a:p>
          <a:p>
            <a:pPr algn="l">
              <a:defRPr/>
            </a:pPr>
            <a:r>
              <a:rPr lang="en-US" altLang="en-US" sz="1200">
                <a:solidFill>
                  <a:schemeClr val="tx1"/>
                </a:solidFill>
                <a:latin typeface="+mj-lt"/>
              </a:rPr>
              <a:t>mp.start();</a:t>
            </a:r>
          </a:p>
        </p:txBody>
      </p:sp>
      <p:sp>
        <p:nvSpPr>
          <p:cNvPr id="49" name="Shape 519"/>
          <p:cNvSpPr txBox="1">
            <a:spLocks/>
          </p:cNvSpPr>
          <p:nvPr/>
        </p:nvSpPr>
        <p:spPr bwMode="white">
          <a:xfrm>
            <a:off x="1041777" y="180655"/>
            <a:ext cx="7924800" cy="941388"/>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b="1" kern="0" err="1"/>
              <a:t>Tổng</a:t>
            </a:r>
            <a:r>
              <a:rPr lang="en-US" b="1" kern="0"/>
              <a:t> </a:t>
            </a:r>
            <a:r>
              <a:rPr lang="en-US" b="1" kern="0" err="1"/>
              <a:t>kết</a:t>
            </a:r>
            <a:endParaRPr lang="vi-VN" b="1" kern="0"/>
          </a:p>
        </p:txBody>
      </p:sp>
      <p:sp>
        <p:nvSpPr>
          <p:cNvPr id="43" name="Text Box 8">
            <a:extLst>
              <a:ext uri="{FF2B5EF4-FFF2-40B4-BE49-F238E27FC236}">
                <a16:creationId xmlns:a16="http://schemas.microsoft.com/office/drawing/2014/main" id="{EA8FA9D7-44BD-4425-95A1-4AD1F358AAEC}"/>
              </a:ext>
            </a:extLst>
          </p:cNvPr>
          <p:cNvSpPr txBox="1">
            <a:spLocks noChangeArrowheads="1"/>
          </p:cNvSpPr>
          <p:nvPr/>
        </p:nvSpPr>
        <p:spPr bwMode="auto">
          <a:xfrm>
            <a:off x="1494015" y="3078583"/>
            <a:ext cx="168672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600" b="1">
                <a:latin typeface="Verdana" panose="020B0604030504040204" pitchFamily="34" charset="0"/>
                <a:ea typeface="Verdana" panose="020B0604030504040204" pitchFamily="34" charset="0"/>
              </a:rPr>
              <a:t>Video</a:t>
            </a:r>
            <a:endParaRPr lang="en-US" altLang="en-US" sz="1600" b="1">
              <a:solidFill>
                <a:srgbClr val="FFFF00"/>
              </a:solidFill>
              <a:latin typeface=".VnArial Narrow" panose="020B7200000000000000" pitchFamily="34" charset="0"/>
            </a:endParaRPr>
          </a:p>
        </p:txBody>
      </p:sp>
      <p:sp>
        <p:nvSpPr>
          <p:cNvPr id="50" name="Text Box 48">
            <a:extLst>
              <a:ext uri="{FF2B5EF4-FFF2-40B4-BE49-F238E27FC236}">
                <a16:creationId xmlns:a16="http://schemas.microsoft.com/office/drawing/2014/main" id="{13DA80C7-54E8-4AEF-BEAF-32627DD920DA}"/>
              </a:ext>
            </a:extLst>
          </p:cNvPr>
          <p:cNvSpPr txBox="1">
            <a:spLocks noChangeArrowheads="1"/>
          </p:cNvSpPr>
          <p:nvPr/>
        </p:nvSpPr>
        <p:spPr bwMode="auto">
          <a:xfrm>
            <a:off x="2726605" y="2748514"/>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Cách 1</a:t>
            </a:r>
          </a:p>
        </p:txBody>
      </p:sp>
      <p:sp>
        <p:nvSpPr>
          <p:cNvPr id="51" name="Text Box 48">
            <a:extLst>
              <a:ext uri="{FF2B5EF4-FFF2-40B4-BE49-F238E27FC236}">
                <a16:creationId xmlns:a16="http://schemas.microsoft.com/office/drawing/2014/main" id="{174C01D1-6C94-48C3-8150-882C60D4911A}"/>
              </a:ext>
            </a:extLst>
          </p:cNvPr>
          <p:cNvSpPr txBox="1">
            <a:spLocks noChangeArrowheads="1"/>
          </p:cNvSpPr>
          <p:nvPr/>
        </p:nvSpPr>
        <p:spPr bwMode="auto">
          <a:xfrm>
            <a:off x="2722560" y="3315666"/>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Cách 2</a:t>
            </a:r>
          </a:p>
        </p:txBody>
      </p:sp>
      <p:sp>
        <p:nvSpPr>
          <p:cNvPr id="41" name="Line 80">
            <a:extLst>
              <a:ext uri="{FF2B5EF4-FFF2-40B4-BE49-F238E27FC236}">
                <a16:creationId xmlns:a16="http://schemas.microsoft.com/office/drawing/2014/main" id="{79E55357-3829-4E1E-B741-75B0A5B3E7AC}"/>
              </a:ext>
            </a:extLst>
          </p:cNvPr>
          <p:cNvSpPr>
            <a:spLocks noChangeShapeType="1"/>
          </p:cNvSpPr>
          <p:nvPr/>
        </p:nvSpPr>
        <p:spPr bwMode="auto">
          <a:xfrm flipV="1">
            <a:off x="3047497" y="2382026"/>
            <a:ext cx="1696705"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Text Box 48">
            <a:extLst>
              <a:ext uri="{FF2B5EF4-FFF2-40B4-BE49-F238E27FC236}">
                <a16:creationId xmlns:a16="http://schemas.microsoft.com/office/drawing/2014/main" id="{9DEE617B-79A0-4EED-BD29-6BB479B96341}"/>
              </a:ext>
            </a:extLst>
          </p:cNvPr>
          <p:cNvSpPr txBox="1">
            <a:spLocks noChangeArrowheads="1"/>
          </p:cNvSpPr>
          <p:nvPr/>
        </p:nvSpPr>
        <p:spPr bwMode="auto">
          <a:xfrm>
            <a:off x="2924635" y="1969401"/>
            <a:ext cx="190232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defRPr/>
            </a:pPr>
            <a:r>
              <a:rPr lang="en-US" altLang="en-US" sz="1600" b="1">
                <a:solidFill>
                  <a:srgbClr val="993300"/>
                </a:solidFill>
                <a:latin typeface="+mn-lt"/>
              </a:rPr>
              <a:t>Play audio</a:t>
            </a:r>
          </a:p>
          <a:p>
            <a:pPr algn="ctr">
              <a:defRPr/>
            </a:pPr>
            <a:endParaRPr lang="en-US" altLang="en-US" sz="1600" b="1">
              <a:solidFill>
                <a:srgbClr val="993300"/>
              </a:solidFill>
              <a:latin typeface="+mj-lt"/>
            </a:endParaRPr>
          </a:p>
        </p:txBody>
      </p:sp>
    </p:spTree>
    <p:extLst>
      <p:ext uri="{BB962C8B-B14F-4D97-AF65-F5344CB8AC3E}">
        <p14:creationId xmlns:p14="http://schemas.microsoft.com/office/powerpoint/2010/main" val="2405444126"/>
      </p:ext>
    </p:extLst>
  </p:cSld>
  <p:clrMapOvr>
    <a:masterClrMapping/>
  </p:clrMapOvr>
  <p:transition spd="slow"/>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strVal val="(6*min(max(#ppt_w*#ppt_h,.3),1)-7.4)/-.7*#ppt_w"/>
                                          </p:val>
                                        </p:tav>
                                        <p:tav tm="100000">
                                          <p:val>
                                            <p:strVal val="#ppt_w"/>
                                          </p:val>
                                        </p:tav>
                                      </p:tavLst>
                                    </p:anim>
                                    <p:anim calcmode="lin" valueType="num">
                                      <p:cBhvr>
                                        <p:cTn id="8" dur="500" fill="hold"/>
                                        <p:tgtEl>
                                          <p:spTgt spid="10"/>
                                        </p:tgtEl>
                                        <p:attrNameLst>
                                          <p:attrName>ppt_h</p:attrName>
                                        </p:attrNameLst>
                                      </p:cBhvr>
                                      <p:tavLst>
                                        <p:tav tm="0">
                                          <p:val>
                                            <p:strVal val="(6*min(max(#ppt_w*#ppt_h,.3),1)-7.4)/-.7*#ppt_h"/>
                                          </p:val>
                                        </p:tav>
                                        <p:tav tm="100000">
                                          <p:val>
                                            <p:strVal val="#ppt_h"/>
                                          </p:val>
                                        </p:tav>
                                      </p:tavLst>
                                    </p:anim>
                                    <p:anim calcmode="lin" valueType="num">
                                      <p:cBhvr>
                                        <p:cTn id="9" dur="500" fill="hold"/>
                                        <p:tgtEl>
                                          <p:spTgt spid="10"/>
                                        </p:tgtEl>
                                        <p:attrNameLst>
                                          <p:attrName>ppt_x</p:attrName>
                                        </p:attrNameLst>
                                      </p:cBhvr>
                                      <p:tavLst>
                                        <p:tav tm="0">
                                          <p:val>
                                            <p:fltVal val="0.5"/>
                                          </p:val>
                                        </p:tav>
                                        <p:tav tm="100000">
                                          <p:val>
                                            <p:strVal val="#ppt_x"/>
                                          </p:val>
                                        </p:tav>
                                      </p:tavLst>
                                    </p:anim>
                                    <p:anim calcmode="lin" valueType="num">
                                      <p:cBhvr>
                                        <p:cTn id="10" dur="500" fill="hold"/>
                                        <p:tgtEl>
                                          <p:spTgt spid="10"/>
                                        </p:tgtEl>
                                        <p:attrNameLst>
                                          <p:attrName>ppt_y</p:attrName>
                                        </p:attrNameLst>
                                      </p:cBhvr>
                                      <p:tavLst>
                                        <p:tav tm="0">
                                          <p:val>
                                            <p:strVal val="1+(6*min(max(#ppt_w*#ppt_h,.3),1)-7.4)/-.7*#ppt_h/2"/>
                                          </p:val>
                                        </p:tav>
                                        <p:tav tm="100000">
                                          <p:val>
                                            <p:strVal val="#ppt_y"/>
                                          </p:val>
                                        </p:tav>
                                      </p:tavLst>
                                    </p:anim>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down)">
                                      <p:cBhvr>
                                        <p:cTn id="14" dur="500"/>
                                        <p:tgtEl>
                                          <p:spTgt spid="23"/>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par>
                          <p:cTn id="19" fill="hold">
                            <p:stCondLst>
                              <p:cond delay="1500"/>
                            </p:stCondLst>
                            <p:childTnLst>
                              <p:par>
                                <p:cTn id="20" presetID="22" presetClass="entr" presetSubtype="1" fill="hold" nodeType="after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up)">
                                      <p:cBhvr>
                                        <p:cTn id="22" dur="500"/>
                                        <p:tgtEl>
                                          <p:spTgt spid="33"/>
                                        </p:tgtEl>
                                      </p:cBhvr>
                                    </p:animEffect>
                                  </p:childTnLst>
                                </p:cTn>
                              </p:par>
                            </p:childTnLst>
                          </p:cTn>
                        </p:par>
                        <p:par>
                          <p:cTn id="23" fill="hold">
                            <p:stCondLst>
                              <p:cond delay="2000"/>
                            </p:stCondLst>
                            <p:childTnLst>
                              <p:par>
                                <p:cTn id="24" presetID="22" presetClass="entr" presetSubtype="8" fill="hold" nodeType="after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500"/>
                                        <p:tgtEl>
                                          <p:spTgt spid="25"/>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500"/>
                                        <p:tgtEl>
                                          <p:spTgt spid="18"/>
                                        </p:tgtEl>
                                      </p:cBhvr>
                                    </p:animEffect>
                                  </p:childTnLst>
                                </p:cTn>
                              </p:par>
                            </p:childTnLst>
                          </p:cTn>
                        </p:par>
                        <p:par>
                          <p:cTn id="31" fill="hold">
                            <p:stCondLst>
                              <p:cond delay="3000"/>
                            </p:stCondLst>
                            <p:childTnLst>
                              <p:par>
                                <p:cTn id="32" presetID="22" presetClass="exit" presetSubtype="8" repeatCount="indefinite" nodeType="afterEffect">
                                  <p:stCondLst>
                                    <p:cond delay="0"/>
                                  </p:stCondLst>
                                  <p:endCondLst>
                                    <p:cond evt="onNext" delay="0">
                                      <p:tgtEl>
                                        <p:sldTgt/>
                                      </p:tgtEl>
                                    </p:cond>
                                  </p:endCondLst>
                                  <p:childTnLst>
                                    <p:animEffect transition="out" filter="wipe(left)">
                                      <p:cBhvr>
                                        <p:cTn id="33" dur="500"/>
                                        <p:tgtEl>
                                          <p:spTgt spid="25"/>
                                        </p:tgtEl>
                                      </p:cBhvr>
                                    </p:animEffect>
                                    <p:set>
                                      <p:cBhvr>
                                        <p:cTn id="34" dur="1" fill="hold">
                                          <p:stCondLst>
                                            <p:cond delay="499"/>
                                          </p:stCondLst>
                                        </p:cTn>
                                        <p:tgtEl>
                                          <p:spTgt spid="2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grpId="0" nodeType="clickEffect">
                                  <p:stCondLst>
                                    <p:cond delay="0"/>
                                  </p:stCondLst>
                                  <p:childTnLst>
                                    <p:set>
                                      <p:cBhvr>
                                        <p:cTn id="38" dur="1" fill="hold">
                                          <p:stCondLst>
                                            <p:cond delay="0"/>
                                          </p:stCondLst>
                                        </p:cTn>
                                        <p:tgtEl>
                                          <p:spTgt spid="45">
                                            <p:bg/>
                                          </p:spTgt>
                                        </p:tgtEl>
                                        <p:attrNameLst>
                                          <p:attrName>style.visibility</p:attrName>
                                        </p:attrNameLst>
                                      </p:cBhvr>
                                      <p:to>
                                        <p:strVal val="visible"/>
                                      </p:to>
                                    </p:set>
                                    <p:animEffect transition="in" filter="checkerboard(across)">
                                      <p:cBhvr>
                                        <p:cTn id="39" dur="500"/>
                                        <p:tgtEl>
                                          <p:spTgt spid="45">
                                            <p:bg/>
                                          </p:spTgt>
                                        </p:tgtEl>
                                      </p:cBhvr>
                                    </p:animEffect>
                                  </p:childTnLst>
                                </p:cTn>
                              </p:par>
                            </p:childTnLst>
                          </p:cTn>
                        </p:par>
                        <p:par>
                          <p:cTn id="40" fill="hold">
                            <p:stCondLst>
                              <p:cond delay="500"/>
                            </p:stCondLst>
                            <p:childTnLst>
                              <p:par>
                                <p:cTn id="41" presetID="5" presetClass="entr" presetSubtype="10" fill="hold" grpId="0" nodeType="afterEffect">
                                  <p:stCondLst>
                                    <p:cond delay="0"/>
                                  </p:stCondLst>
                                  <p:childTnLst>
                                    <p:set>
                                      <p:cBhvr>
                                        <p:cTn id="42" dur="1" fill="hold">
                                          <p:stCondLst>
                                            <p:cond delay="0"/>
                                          </p:stCondLst>
                                        </p:cTn>
                                        <p:tgtEl>
                                          <p:spTgt spid="45">
                                            <p:txEl>
                                              <p:pRg st="0" end="0"/>
                                            </p:txEl>
                                          </p:spTgt>
                                        </p:tgtEl>
                                        <p:attrNameLst>
                                          <p:attrName>style.visibility</p:attrName>
                                        </p:attrNameLst>
                                      </p:cBhvr>
                                      <p:to>
                                        <p:strVal val="visible"/>
                                      </p:to>
                                    </p:set>
                                    <p:animEffect transition="in" filter="checkerboard(across)">
                                      <p:cBhvr>
                                        <p:cTn id="43" dur="500"/>
                                        <p:tgtEl>
                                          <p:spTgt spid="45">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5" presetClass="entr" presetSubtype="10" fill="hold" grpId="0" nodeType="clickEffect">
                                  <p:stCondLst>
                                    <p:cond delay="0"/>
                                  </p:stCondLst>
                                  <p:childTnLst>
                                    <p:set>
                                      <p:cBhvr>
                                        <p:cTn id="47" dur="1" fill="hold">
                                          <p:stCondLst>
                                            <p:cond delay="0"/>
                                          </p:stCondLst>
                                        </p:cTn>
                                        <p:tgtEl>
                                          <p:spTgt spid="46">
                                            <p:bg/>
                                          </p:spTgt>
                                        </p:tgtEl>
                                        <p:attrNameLst>
                                          <p:attrName>style.visibility</p:attrName>
                                        </p:attrNameLst>
                                      </p:cBhvr>
                                      <p:to>
                                        <p:strVal val="visible"/>
                                      </p:to>
                                    </p:set>
                                    <p:animEffect transition="in" filter="checkerboard(across)">
                                      <p:cBhvr>
                                        <p:cTn id="48" dur="500"/>
                                        <p:tgtEl>
                                          <p:spTgt spid="46">
                                            <p:bg/>
                                          </p:spTgt>
                                        </p:tgtEl>
                                      </p:cBhvr>
                                    </p:animEffect>
                                  </p:childTnLst>
                                </p:cTn>
                              </p:par>
                            </p:childTnLst>
                          </p:cTn>
                        </p:par>
                      </p:childTnLst>
                    </p:cTn>
                  </p:par>
                  <p:par>
                    <p:cTn id="49" fill="hold">
                      <p:stCondLst>
                        <p:cond delay="indefinite"/>
                      </p:stCondLst>
                      <p:childTnLst>
                        <p:par>
                          <p:cTn id="50" fill="hold">
                            <p:stCondLst>
                              <p:cond delay="0"/>
                            </p:stCondLst>
                            <p:childTnLst>
                              <p:par>
                                <p:cTn id="51" presetID="5" presetClass="entr" presetSubtype="10" fill="hold" grpId="0" nodeType="clickEffect">
                                  <p:stCondLst>
                                    <p:cond delay="0"/>
                                  </p:stCondLst>
                                  <p:childTnLst>
                                    <p:set>
                                      <p:cBhvr>
                                        <p:cTn id="52" dur="1" fill="hold">
                                          <p:stCondLst>
                                            <p:cond delay="0"/>
                                          </p:stCondLst>
                                        </p:cTn>
                                        <p:tgtEl>
                                          <p:spTgt spid="46">
                                            <p:txEl>
                                              <p:pRg st="0" end="0"/>
                                            </p:txEl>
                                          </p:spTgt>
                                        </p:tgtEl>
                                        <p:attrNameLst>
                                          <p:attrName>style.visibility</p:attrName>
                                        </p:attrNameLst>
                                      </p:cBhvr>
                                      <p:to>
                                        <p:strVal val="visible"/>
                                      </p:to>
                                    </p:set>
                                    <p:animEffect transition="in" filter="checkerboard(across)">
                                      <p:cBhvr>
                                        <p:cTn id="53" dur="500"/>
                                        <p:tgtEl>
                                          <p:spTgt spid="46">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5" presetClass="entr" presetSubtype="10" fill="hold" grpId="0" nodeType="clickEffect">
                                  <p:stCondLst>
                                    <p:cond delay="0"/>
                                  </p:stCondLst>
                                  <p:childTnLst>
                                    <p:set>
                                      <p:cBhvr>
                                        <p:cTn id="57" dur="1" fill="hold">
                                          <p:stCondLst>
                                            <p:cond delay="0"/>
                                          </p:stCondLst>
                                        </p:cTn>
                                        <p:tgtEl>
                                          <p:spTgt spid="46">
                                            <p:txEl>
                                              <p:pRg st="1" end="1"/>
                                            </p:txEl>
                                          </p:spTgt>
                                        </p:tgtEl>
                                        <p:attrNameLst>
                                          <p:attrName>style.visibility</p:attrName>
                                        </p:attrNameLst>
                                      </p:cBhvr>
                                      <p:to>
                                        <p:strVal val="visible"/>
                                      </p:to>
                                    </p:set>
                                    <p:animEffect transition="in" filter="checkerboard(across)">
                                      <p:cBhvr>
                                        <p:cTn id="58" dur="500"/>
                                        <p:tgtEl>
                                          <p:spTgt spid="46">
                                            <p:txEl>
                                              <p:pRg st="1" end="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 presetClass="entr" presetSubtype="10" fill="hold" grpId="0" nodeType="clickEffect">
                                  <p:stCondLst>
                                    <p:cond delay="0"/>
                                  </p:stCondLst>
                                  <p:childTnLst>
                                    <p:set>
                                      <p:cBhvr>
                                        <p:cTn id="62" dur="1" fill="hold">
                                          <p:stCondLst>
                                            <p:cond delay="0"/>
                                          </p:stCondLst>
                                        </p:cTn>
                                        <p:tgtEl>
                                          <p:spTgt spid="46">
                                            <p:txEl>
                                              <p:pRg st="2" end="2"/>
                                            </p:txEl>
                                          </p:spTgt>
                                        </p:tgtEl>
                                        <p:attrNameLst>
                                          <p:attrName>style.visibility</p:attrName>
                                        </p:attrNameLst>
                                      </p:cBhvr>
                                      <p:to>
                                        <p:strVal val="visible"/>
                                      </p:to>
                                    </p:set>
                                    <p:animEffect transition="in" filter="checkerboard(across)">
                                      <p:cBhvr>
                                        <p:cTn id="63" dur="500"/>
                                        <p:tgtEl>
                                          <p:spTgt spid="46">
                                            <p:txEl>
                                              <p:pRg st="2" end="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wipe(left)">
                                      <p:cBhvr>
                                        <p:cTn id="68" dur="1100"/>
                                        <p:tgtEl>
                                          <p:spTgt spid="36"/>
                                        </p:tgtEl>
                                      </p:cBhvr>
                                    </p:animEffect>
                                  </p:childTnLst>
                                </p:cTn>
                              </p:par>
                            </p:childTnLst>
                          </p:cTn>
                        </p:par>
                        <p:par>
                          <p:cTn id="69" fill="hold">
                            <p:stCondLst>
                              <p:cond delay="1100"/>
                            </p:stCondLst>
                            <p:childTnLst>
                              <p:par>
                                <p:cTn id="70" presetID="22" presetClass="entr" presetSubtype="8" fill="hold" nodeType="after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wipe(left)">
                                      <p:cBhvr>
                                        <p:cTn id="72" dur="500"/>
                                        <p:tgtEl>
                                          <p:spTgt spid="3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38"/>
                                        </p:tgtEl>
                                        <p:attrNameLst>
                                          <p:attrName>style.visibility</p:attrName>
                                        </p:attrNameLst>
                                      </p:cBhvr>
                                      <p:to>
                                        <p:strVal val="visible"/>
                                      </p:to>
                                    </p:set>
                                    <p:animEffect transition="in" filter="wipe(left)">
                                      <p:cBhvr>
                                        <p:cTn id="77" dur="500"/>
                                        <p:tgtEl>
                                          <p:spTgt spid="38"/>
                                        </p:tgtEl>
                                      </p:cBhvr>
                                    </p:animEffect>
                                  </p:childTnLst>
                                </p:cTn>
                              </p:par>
                            </p:childTnLst>
                          </p:cTn>
                        </p:par>
                        <p:par>
                          <p:cTn id="78" fill="hold">
                            <p:stCondLst>
                              <p:cond delay="500"/>
                            </p:stCondLst>
                            <p:childTnLst>
                              <p:par>
                                <p:cTn id="79" presetID="22" presetClass="entr" presetSubtype="8" fill="hold" nodeType="afterEffect">
                                  <p:stCondLst>
                                    <p:cond delay="0"/>
                                  </p:stCondLst>
                                  <p:childTnLst>
                                    <p:set>
                                      <p:cBhvr>
                                        <p:cTn id="80" dur="1" fill="hold">
                                          <p:stCondLst>
                                            <p:cond delay="0"/>
                                          </p:stCondLst>
                                        </p:cTn>
                                        <p:tgtEl>
                                          <p:spTgt spid="39"/>
                                        </p:tgtEl>
                                        <p:attrNameLst>
                                          <p:attrName>style.visibility</p:attrName>
                                        </p:attrNameLst>
                                      </p:cBhvr>
                                      <p:to>
                                        <p:strVal val="visible"/>
                                      </p:to>
                                    </p:set>
                                    <p:animEffect transition="in" filter="wipe(left)">
                                      <p:cBhvr>
                                        <p:cTn id="81" dur="500"/>
                                        <p:tgtEl>
                                          <p:spTgt spid="39"/>
                                        </p:tgtEl>
                                      </p:cBhvr>
                                    </p:animEffect>
                                  </p:childTnLst>
                                </p:cTn>
                              </p:par>
                              <p:par>
                                <p:cTn id="82" presetID="22" presetClass="exit" presetSubtype="8" repeatCount="indefinite" nodeType="withEffect">
                                  <p:stCondLst>
                                    <p:cond delay="0"/>
                                  </p:stCondLst>
                                  <p:endCondLst>
                                    <p:cond evt="onNext" delay="0">
                                      <p:tgtEl>
                                        <p:sldTgt/>
                                      </p:tgtEl>
                                    </p:cond>
                                  </p:endCondLst>
                                  <p:childTnLst>
                                    <p:animEffect transition="out" filter="wipe(left)">
                                      <p:cBhvr>
                                        <p:cTn id="83" dur="500"/>
                                        <p:tgtEl>
                                          <p:spTgt spid="37"/>
                                        </p:tgtEl>
                                      </p:cBhvr>
                                    </p:animEffect>
                                    <p:set>
                                      <p:cBhvr>
                                        <p:cTn id="84" dur="1" fill="hold">
                                          <p:stCondLst>
                                            <p:cond delay="499"/>
                                          </p:stCondLst>
                                        </p:cTn>
                                        <p:tgtEl>
                                          <p:spTgt spid="37"/>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22" presetClass="exit" presetSubtype="8" repeatCount="indefinite" nodeType="clickEffect">
                                  <p:stCondLst>
                                    <p:cond delay="0"/>
                                  </p:stCondLst>
                                  <p:endCondLst>
                                    <p:cond evt="onNext" delay="0">
                                      <p:tgtEl>
                                        <p:sldTgt/>
                                      </p:tgtEl>
                                    </p:cond>
                                  </p:endCondLst>
                                  <p:childTnLst>
                                    <p:animEffect transition="out" filter="wipe(left)">
                                      <p:cBhvr>
                                        <p:cTn id="88" dur="500"/>
                                        <p:tgtEl>
                                          <p:spTgt spid="38"/>
                                        </p:tgtEl>
                                      </p:cBhvr>
                                    </p:animEffect>
                                    <p:set>
                                      <p:cBhvr>
                                        <p:cTn id="89" dur="1" fill="hold">
                                          <p:stCondLst>
                                            <p:cond delay="499"/>
                                          </p:stCondLst>
                                        </p:cTn>
                                        <p:tgtEl>
                                          <p:spTgt spid="38"/>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5" presetClass="entr" presetSubtype="10" fill="hold" grpId="0" nodeType="clickEffect">
                                  <p:stCondLst>
                                    <p:cond delay="0"/>
                                  </p:stCondLst>
                                  <p:childTnLst>
                                    <p:set>
                                      <p:cBhvr>
                                        <p:cTn id="93" dur="1" fill="hold">
                                          <p:stCondLst>
                                            <p:cond delay="0"/>
                                          </p:stCondLst>
                                        </p:cTn>
                                        <p:tgtEl>
                                          <p:spTgt spid="40">
                                            <p:bg/>
                                          </p:spTgt>
                                        </p:tgtEl>
                                        <p:attrNameLst>
                                          <p:attrName>style.visibility</p:attrName>
                                        </p:attrNameLst>
                                      </p:cBhvr>
                                      <p:to>
                                        <p:strVal val="visible"/>
                                      </p:to>
                                    </p:set>
                                    <p:animEffect transition="in" filter="checkerboard(across)">
                                      <p:cBhvr>
                                        <p:cTn id="94" dur="500"/>
                                        <p:tgtEl>
                                          <p:spTgt spid="40">
                                            <p:bg/>
                                          </p:spTgt>
                                        </p:tgtEl>
                                      </p:cBhvr>
                                    </p:animEffect>
                                  </p:childTnLst>
                                </p:cTn>
                              </p:par>
                              <p:par>
                                <p:cTn id="95" presetID="5" presetClass="entr" presetSubtype="10" fill="hold" grpId="0" nodeType="withEffect">
                                  <p:stCondLst>
                                    <p:cond delay="0"/>
                                  </p:stCondLst>
                                  <p:childTnLst>
                                    <p:set>
                                      <p:cBhvr>
                                        <p:cTn id="96" dur="1" fill="hold">
                                          <p:stCondLst>
                                            <p:cond delay="0"/>
                                          </p:stCondLst>
                                        </p:cTn>
                                        <p:tgtEl>
                                          <p:spTgt spid="40">
                                            <p:txEl>
                                              <p:pRg st="0" end="0"/>
                                            </p:txEl>
                                          </p:spTgt>
                                        </p:tgtEl>
                                        <p:attrNameLst>
                                          <p:attrName>style.visibility</p:attrName>
                                        </p:attrNameLst>
                                      </p:cBhvr>
                                      <p:to>
                                        <p:strVal val="visible"/>
                                      </p:to>
                                    </p:set>
                                    <p:animEffect transition="in" filter="checkerboard(across)">
                                      <p:cBhvr>
                                        <p:cTn id="97" dur="500"/>
                                        <p:tgtEl>
                                          <p:spTgt spid="40">
                                            <p:txEl>
                                              <p:pRg st="0" end="0"/>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xit" presetSubtype="8" repeatCount="indefinite" nodeType="clickEffect">
                                  <p:stCondLst>
                                    <p:cond delay="0"/>
                                  </p:stCondLst>
                                  <p:endCondLst>
                                    <p:cond evt="onNext" delay="0">
                                      <p:tgtEl>
                                        <p:sldTgt/>
                                      </p:tgtEl>
                                    </p:cond>
                                  </p:endCondLst>
                                  <p:childTnLst>
                                    <p:animEffect transition="out" filter="wipe(left)">
                                      <p:cBhvr>
                                        <p:cTn id="101" dur="500"/>
                                        <p:tgtEl>
                                          <p:spTgt spid="39"/>
                                        </p:tgtEl>
                                      </p:cBhvr>
                                    </p:animEffect>
                                    <p:set>
                                      <p:cBhvr>
                                        <p:cTn id="102" dur="1" fill="hold">
                                          <p:stCondLst>
                                            <p:cond delay="499"/>
                                          </p:stCondLst>
                                        </p:cTn>
                                        <p:tgtEl>
                                          <p:spTgt spid="39"/>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5" presetClass="entr" presetSubtype="10" fill="hold" grpId="0" nodeType="clickEffect">
                                  <p:stCondLst>
                                    <p:cond delay="0"/>
                                  </p:stCondLst>
                                  <p:childTnLst>
                                    <p:set>
                                      <p:cBhvr>
                                        <p:cTn id="106" dur="1" fill="hold">
                                          <p:stCondLst>
                                            <p:cond delay="0"/>
                                          </p:stCondLst>
                                        </p:cTn>
                                        <p:tgtEl>
                                          <p:spTgt spid="44">
                                            <p:bg/>
                                          </p:spTgt>
                                        </p:tgtEl>
                                        <p:attrNameLst>
                                          <p:attrName>style.visibility</p:attrName>
                                        </p:attrNameLst>
                                      </p:cBhvr>
                                      <p:to>
                                        <p:strVal val="visible"/>
                                      </p:to>
                                    </p:set>
                                    <p:animEffect transition="in" filter="checkerboard(across)">
                                      <p:cBhvr>
                                        <p:cTn id="107" dur="500"/>
                                        <p:tgtEl>
                                          <p:spTgt spid="44">
                                            <p:bg/>
                                          </p:spTgt>
                                        </p:tgtEl>
                                      </p:cBhvr>
                                    </p:animEffect>
                                  </p:childTnLst>
                                </p:cTn>
                              </p:par>
                              <p:par>
                                <p:cTn id="108" presetID="5" presetClass="entr" presetSubtype="10" fill="hold" grpId="0" nodeType="withEffect">
                                  <p:stCondLst>
                                    <p:cond delay="0"/>
                                  </p:stCondLst>
                                  <p:childTnLst>
                                    <p:set>
                                      <p:cBhvr>
                                        <p:cTn id="109" dur="1" fill="hold">
                                          <p:stCondLst>
                                            <p:cond delay="0"/>
                                          </p:stCondLst>
                                        </p:cTn>
                                        <p:tgtEl>
                                          <p:spTgt spid="44">
                                            <p:txEl>
                                              <p:pRg st="0" end="0"/>
                                            </p:txEl>
                                          </p:spTgt>
                                        </p:tgtEl>
                                        <p:attrNameLst>
                                          <p:attrName>style.visibility</p:attrName>
                                        </p:attrNameLst>
                                      </p:cBhvr>
                                      <p:to>
                                        <p:strVal val="visible"/>
                                      </p:to>
                                    </p:set>
                                    <p:animEffect transition="in" filter="checkerboard(across)">
                                      <p:cBhvr>
                                        <p:cTn id="110" dur="500"/>
                                        <p:tgtEl>
                                          <p:spTgt spid="44">
                                            <p:txEl>
                                              <p:pRg st="0" end="0"/>
                                            </p:txEl>
                                          </p:spTgt>
                                        </p:tgtEl>
                                      </p:cBhvr>
                                    </p:animEffect>
                                  </p:childTnLst>
                                </p:cTn>
                              </p:par>
                            </p:childTnLst>
                          </p:cTn>
                        </p:par>
                        <p:par>
                          <p:cTn id="111" fill="hold">
                            <p:stCondLst>
                              <p:cond delay="500"/>
                            </p:stCondLst>
                            <p:childTnLst>
                              <p:par>
                                <p:cTn id="112" presetID="22" presetClass="entr" presetSubtype="8" fill="hold" grpId="0" nodeType="afterEffect">
                                  <p:stCondLst>
                                    <p:cond delay="0"/>
                                  </p:stCondLst>
                                  <p:childTnLst>
                                    <p:set>
                                      <p:cBhvr>
                                        <p:cTn id="113" dur="1" fill="hold">
                                          <p:stCondLst>
                                            <p:cond delay="0"/>
                                          </p:stCondLst>
                                        </p:cTn>
                                        <p:tgtEl>
                                          <p:spTgt spid="43"/>
                                        </p:tgtEl>
                                        <p:attrNameLst>
                                          <p:attrName>style.visibility</p:attrName>
                                        </p:attrNameLst>
                                      </p:cBhvr>
                                      <p:to>
                                        <p:strVal val="visible"/>
                                      </p:to>
                                    </p:set>
                                    <p:animEffect transition="in" filter="wipe(left)">
                                      <p:cBhvr>
                                        <p:cTn id="114" dur="500"/>
                                        <p:tgtEl>
                                          <p:spTgt spid="43"/>
                                        </p:tgtEl>
                                      </p:cBhvr>
                                    </p:animEffect>
                                  </p:childTnLst>
                                </p:cTn>
                              </p:par>
                            </p:childTnLst>
                          </p:cTn>
                        </p:par>
                        <p:par>
                          <p:cTn id="115" fill="hold">
                            <p:stCondLst>
                              <p:cond delay="1000"/>
                            </p:stCondLst>
                            <p:childTnLst>
                              <p:par>
                                <p:cTn id="116" presetID="22" presetClass="entr" presetSubtype="8" fill="hold" grpId="0" nodeType="afterEffect">
                                  <p:stCondLst>
                                    <p:cond delay="0"/>
                                  </p:stCondLst>
                                  <p:childTnLst>
                                    <p:set>
                                      <p:cBhvr>
                                        <p:cTn id="117" dur="1" fill="hold">
                                          <p:stCondLst>
                                            <p:cond delay="0"/>
                                          </p:stCondLst>
                                        </p:cTn>
                                        <p:tgtEl>
                                          <p:spTgt spid="50"/>
                                        </p:tgtEl>
                                        <p:attrNameLst>
                                          <p:attrName>style.visibility</p:attrName>
                                        </p:attrNameLst>
                                      </p:cBhvr>
                                      <p:to>
                                        <p:strVal val="visible"/>
                                      </p:to>
                                    </p:set>
                                    <p:animEffect transition="in" filter="wipe(left)">
                                      <p:cBhvr>
                                        <p:cTn id="118" dur="500"/>
                                        <p:tgtEl>
                                          <p:spTgt spid="50"/>
                                        </p:tgtEl>
                                      </p:cBhvr>
                                    </p:animEffect>
                                  </p:childTnLst>
                                </p:cTn>
                              </p:par>
                            </p:childTnLst>
                          </p:cTn>
                        </p:par>
                        <p:par>
                          <p:cTn id="119" fill="hold">
                            <p:stCondLst>
                              <p:cond delay="1500"/>
                            </p:stCondLst>
                            <p:childTnLst>
                              <p:par>
                                <p:cTn id="120" presetID="22" presetClass="entr" presetSubtype="8" fill="hold" grpId="0" nodeType="afterEffect">
                                  <p:stCondLst>
                                    <p:cond delay="0"/>
                                  </p:stCondLst>
                                  <p:childTnLst>
                                    <p:set>
                                      <p:cBhvr>
                                        <p:cTn id="121" dur="1" fill="hold">
                                          <p:stCondLst>
                                            <p:cond delay="0"/>
                                          </p:stCondLst>
                                        </p:cTn>
                                        <p:tgtEl>
                                          <p:spTgt spid="51"/>
                                        </p:tgtEl>
                                        <p:attrNameLst>
                                          <p:attrName>style.visibility</p:attrName>
                                        </p:attrNameLst>
                                      </p:cBhvr>
                                      <p:to>
                                        <p:strVal val="visible"/>
                                      </p:to>
                                    </p:set>
                                    <p:animEffect transition="in" filter="wipe(left)">
                                      <p:cBhvr>
                                        <p:cTn id="122" dur="500"/>
                                        <p:tgtEl>
                                          <p:spTgt spid="51"/>
                                        </p:tgtEl>
                                      </p:cBhvr>
                                    </p:animEffect>
                                  </p:childTnLst>
                                </p:cTn>
                              </p:par>
                            </p:childTnLst>
                          </p:cTn>
                        </p:par>
                        <p:par>
                          <p:cTn id="123" fill="hold">
                            <p:stCondLst>
                              <p:cond delay="2000"/>
                            </p:stCondLst>
                            <p:childTnLst>
                              <p:par>
                                <p:cTn id="124" presetID="22" presetClass="entr" presetSubtype="8" fill="hold" grpId="0" nodeType="afterEffect">
                                  <p:stCondLst>
                                    <p:cond delay="0"/>
                                  </p:stCondLst>
                                  <p:childTnLst>
                                    <p:set>
                                      <p:cBhvr>
                                        <p:cTn id="125" dur="1" fill="hold">
                                          <p:stCondLst>
                                            <p:cond delay="0"/>
                                          </p:stCondLst>
                                        </p:cTn>
                                        <p:tgtEl>
                                          <p:spTgt spid="41"/>
                                        </p:tgtEl>
                                        <p:attrNameLst>
                                          <p:attrName>style.visibility</p:attrName>
                                        </p:attrNameLst>
                                      </p:cBhvr>
                                      <p:to>
                                        <p:strVal val="visible"/>
                                      </p:to>
                                    </p:set>
                                    <p:animEffect transition="in" filter="wipe(left)">
                                      <p:cBhvr>
                                        <p:cTn id="126" dur="500"/>
                                        <p:tgtEl>
                                          <p:spTgt spid="41"/>
                                        </p:tgtEl>
                                      </p:cBhvr>
                                    </p:animEffect>
                                  </p:childTnLst>
                                </p:cTn>
                              </p:par>
                            </p:childTnLst>
                          </p:cTn>
                        </p:par>
                        <p:par>
                          <p:cTn id="127" fill="hold">
                            <p:stCondLst>
                              <p:cond delay="2500"/>
                            </p:stCondLst>
                            <p:childTnLst>
                              <p:par>
                                <p:cTn id="128" presetID="22" presetClass="entr" presetSubtype="8" fill="hold" grpId="0" nodeType="afterEffect">
                                  <p:stCondLst>
                                    <p:cond delay="0"/>
                                  </p:stCondLst>
                                  <p:childTnLst>
                                    <p:set>
                                      <p:cBhvr>
                                        <p:cTn id="129" dur="1" fill="hold">
                                          <p:stCondLst>
                                            <p:cond delay="0"/>
                                          </p:stCondLst>
                                        </p:cTn>
                                        <p:tgtEl>
                                          <p:spTgt spid="42"/>
                                        </p:tgtEl>
                                        <p:attrNameLst>
                                          <p:attrName>style.visibility</p:attrName>
                                        </p:attrNameLst>
                                      </p:cBhvr>
                                      <p:to>
                                        <p:strVal val="visible"/>
                                      </p:to>
                                    </p:set>
                                    <p:animEffect transition="in" filter="wipe(left)">
                                      <p:cBhvr>
                                        <p:cTn id="13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utoUpdateAnimBg="0"/>
      <p:bldP spid="18" grpId="0" autoUpdateAnimBg="0"/>
      <p:bldP spid="40" grpId="0" uiExpand="1" build="p" animBg="1"/>
      <p:bldP spid="44" grpId="0" uiExpand="1" build="p" animBg="1"/>
      <p:bldP spid="45" grpId="0" uiExpand="1" build="p" animBg="1"/>
      <p:bldP spid="46" grpId="0" uiExpand="1" build="p" animBg="1"/>
      <p:bldP spid="43" grpId="0" autoUpdateAnimBg="0"/>
      <p:bldP spid="50" grpId="0" autoUpdateAnimBg="0"/>
      <p:bldP spid="51" grpId="0" autoUpdateAnimBg="0"/>
      <p:bldP spid="41" grpId="0" animBg="1"/>
      <p:bldP spid="42"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31</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Câu</a:t>
            </a:r>
            <a:r>
              <a:rPr lang="en-US" sz="2800" b="1" kern="0"/>
              <a:t> </a:t>
            </a:r>
            <a:r>
              <a:rPr lang="en-US" sz="2800" b="1" kern="0" err="1"/>
              <a:t>hỏi</a:t>
            </a:r>
            <a:r>
              <a:rPr lang="en-US" sz="2800" b="1" kern="0"/>
              <a:t> </a:t>
            </a:r>
            <a:r>
              <a:rPr lang="en-US" sz="2800" b="1" kern="0" err="1"/>
              <a:t>lý</a:t>
            </a:r>
            <a:r>
              <a:rPr lang="en-US" sz="2800" b="1" kern="0"/>
              <a:t> </a:t>
            </a:r>
            <a:r>
              <a:rPr lang="en-US" sz="2800" b="1" kern="0" err="1"/>
              <a:t>thuyết</a:t>
            </a:r>
            <a:endParaRPr lang="vi-VN" sz="2800" b="1" kern="0"/>
          </a:p>
        </p:txBody>
      </p:sp>
      <p:sp>
        <p:nvSpPr>
          <p:cNvPr id="5" name="Shape 1331"/>
          <p:cNvSpPr>
            <a:spLocks noGrp="1"/>
          </p:cNvSpPr>
          <p:nvPr>
            <p:ph type="body" idx="4294967295"/>
          </p:nvPr>
        </p:nvSpPr>
        <p:spPr>
          <a:xfrm>
            <a:off x="483542" y="1536700"/>
            <a:ext cx="7865404" cy="4572002"/>
          </a:xfrm>
          <a:prstGeom prst="rect">
            <a:avLst/>
          </a:prstGeom>
          <a:extLst>
            <a:ext uri="{C572A759-6A51-4108-AA02-DFA0A04FC94B}">
              <ma14:wrappingTextBoxFlag xmlns="" xmlns:ma14="http://schemas.microsoft.com/office/mac/drawingml/2011/main" val="1"/>
            </a:ext>
          </a:extLst>
        </p:spPr>
        <p:txBody>
          <a:bodyPr>
            <a:normAutofit/>
          </a:bodyPr>
          <a:lstStyle/>
          <a:p>
            <a:pPr marL="514350" indent="-514350">
              <a:buFontTx/>
              <a:buAutoNum type="arabicPeriod"/>
            </a:pPr>
            <a:r>
              <a:rPr lang="en-US"/>
              <a:t>Nêu ưu và nhược điểm của 2 cách khởi chạy video trên ứng dụng Android</a:t>
            </a:r>
          </a:p>
          <a:p>
            <a:pPr marL="514350" indent="-514350">
              <a:buFontTx/>
              <a:buAutoNum type="arabicPeriod"/>
            </a:pPr>
            <a:r>
              <a:rPr lang="en-US"/>
              <a:t>Tại sao âm thanh có thể chạy dưới nền khi ứng dụng được ẩn khỏi màn hình chính</a:t>
            </a:r>
          </a:p>
        </p:txBody>
      </p:sp>
    </p:spTree>
    <p:extLst>
      <p:ext uri="{BB962C8B-B14F-4D97-AF65-F5344CB8AC3E}">
        <p14:creationId xmlns:p14="http://schemas.microsoft.com/office/powerpoint/2010/main" val="3243880880"/>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519"/>
          <p:cNvSpPr txBox="1">
            <a:spLocks/>
          </p:cNvSpPr>
          <p:nvPr/>
        </p:nvSpPr>
        <p:spPr bwMode="white">
          <a:xfrm>
            <a:off x="1143000" y="381000"/>
            <a:ext cx="6705600" cy="563563"/>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pPr>
              <a:lnSpc>
                <a:spcPct val="90000"/>
              </a:lnSpc>
              <a:spcAft>
                <a:spcPts val="600"/>
              </a:spcAft>
            </a:pPr>
            <a:r>
              <a:rPr lang="en-US" b="1" kern="0">
                <a:latin typeface="+mj-lt"/>
                <a:ea typeface="+mj-ea"/>
                <a:cs typeface="+mj-cs"/>
              </a:rPr>
              <a:t>Bài tập</a:t>
            </a:r>
          </a:p>
        </p:txBody>
      </p:sp>
      <p:sp>
        <p:nvSpPr>
          <p:cNvPr id="6" name="Shape 1336"/>
          <p:cNvSpPr>
            <a:spLocks noGrp="1"/>
          </p:cNvSpPr>
          <p:nvPr>
            <p:ph sz="half" idx="1"/>
          </p:nvPr>
        </p:nvSpPr>
        <p:spPr>
          <a:xfrm>
            <a:off x="457200" y="1076325"/>
            <a:ext cx="4038600" cy="5248275"/>
          </a:xfrm>
          <a:extLst>
            <a:ext uri="{C572A759-6A51-4108-AA02-DFA0A04FC94B}">
              <ma14:wrappingTextBoxFlag xmlns:ma14="http://schemas.microsoft.com/office/mac/drawingml/2011/main" xmlns="" val="1"/>
            </a:ext>
          </a:extLst>
        </p:spPr>
        <p:txBody>
          <a:bodyPr vert="horz" wrap="square" lIns="91440" tIns="45720" rIns="91440" bIns="45720" numCol="1" anchor="t" anchorCtr="0" compatLnSpc="1">
            <a:prstTxWarp prst="textNoShape">
              <a:avLst/>
            </a:prstTxWarp>
            <a:normAutofit/>
          </a:bodyPr>
          <a:lstStyle/>
          <a:p>
            <a:pPr marL="514350" indent="-514350" defTabSz="886968">
              <a:buFont typeface="+mj-lt"/>
              <a:buAutoNum type="arabicPeriod"/>
              <a:defRPr sz="2716"/>
            </a:pPr>
            <a:r>
              <a:rPr lang="en-US" sz="2716"/>
              <a:t>Xây dựng ứng dụng phát audio như sau</a:t>
            </a:r>
          </a:p>
        </p:txBody>
      </p:sp>
      <p:pic>
        <p:nvPicPr>
          <p:cNvPr id="4" name="Picture 3" descr="Graphical user interface, text, application, chat or text message&#10;&#10;Description automatically generated">
            <a:extLst>
              <a:ext uri="{FF2B5EF4-FFF2-40B4-BE49-F238E27FC236}">
                <a16:creationId xmlns:a16="http://schemas.microsoft.com/office/drawing/2014/main" id="{166A0C78-794D-445A-9594-EEC02ABA20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8782" y="1076325"/>
            <a:ext cx="3017436" cy="5248275"/>
          </a:xfrm>
          <a:prstGeom prst="rect">
            <a:avLst/>
          </a:prstGeom>
          <a:noFill/>
        </p:spPr>
      </p:pic>
      <p:sp>
        <p:nvSpPr>
          <p:cNvPr id="12" name="Date Placeholder 4">
            <a:extLst>
              <a:ext uri="{FF2B5EF4-FFF2-40B4-BE49-F238E27FC236}">
                <a16:creationId xmlns:a16="http://schemas.microsoft.com/office/drawing/2014/main" id="{9EFACEDC-B0A3-949C-F6FE-1093B212EB97}"/>
              </a:ext>
            </a:extLst>
          </p:cNvPr>
          <p:cNvSpPr>
            <a:spLocks noGrp="1"/>
          </p:cNvSpPr>
          <p:nvPr>
            <p:ph type="dt" sz="half" idx="10"/>
          </p:nvPr>
        </p:nvSpPr>
        <p:spPr>
          <a:xfrm>
            <a:off x="457200" y="6519863"/>
            <a:ext cx="2133600" cy="244475"/>
          </a:xfrm>
        </p:spPr>
        <p:txBody>
          <a:bodyPr/>
          <a:lstStyle/>
          <a:p>
            <a:pPr>
              <a:spcAft>
                <a:spcPts val="600"/>
              </a:spcAft>
              <a:defRPr/>
            </a:pPr>
            <a:r>
              <a:rPr lang="en-US"/>
              <a:t>Khoa CNTT - UNETI</a:t>
            </a:r>
          </a:p>
        </p:txBody>
      </p:sp>
      <p:sp>
        <p:nvSpPr>
          <p:cNvPr id="2" name="Slide Number Placeholder 1"/>
          <p:cNvSpPr>
            <a:spLocks noGrp="1"/>
          </p:cNvSpPr>
          <p:nvPr>
            <p:ph type="sldNum" sz="quarter" idx="12"/>
          </p:nvPr>
        </p:nvSpPr>
        <p:spPr>
          <a:xfrm>
            <a:off x="8286750" y="6386513"/>
            <a:ext cx="457200" cy="228600"/>
          </a:xfrm>
        </p:spPr>
        <p:txBody>
          <a:bodyPr vert="horz" wrap="square" lIns="91440" tIns="45720" rIns="91440" bIns="45720" numCol="1" anchor="t" anchorCtr="0" compatLnSpc="1">
            <a:prstTxWarp prst="textNoShape">
              <a:avLst/>
            </a:prstTxWarp>
            <a:normAutofit/>
          </a:bodyPr>
          <a:lstStyle/>
          <a:p>
            <a:pPr>
              <a:lnSpc>
                <a:spcPct val="90000"/>
              </a:lnSpc>
              <a:spcAft>
                <a:spcPts val="600"/>
              </a:spcAft>
              <a:defRPr/>
            </a:pPr>
            <a:fld id="{86CB4B4D-7CA3-9044-876B-883B54F8677D}" type="slidenum">
              <a:rPr lang="en-US" kern="1200">
                <a:latin typeface="+mn-lt"/>
                <a:ea typeface="+mn-ea"/>
                <a:cs typeface="+mn-cs"/>
              </a:rPr>
              <a:pPr>
                <a:lnSpc>
                  <a:spcPct val="90000"/>
                </a:lnSpc>
                <a:spcAft>
                  <a:spcPts val="600"/>
                </a:spcAft>
                <a:defRPr/>
              </a:pPr>
              <a:t>32</a:t>
            </a:fld>
            <a:endParaRPr lang="en-US" kern="1200">
              <a:latin typeface="+mn-lt"/>
              <a:ea typeface="+mn-ea"/>
              <a:cs typeface="+mn-cs"/>
            </a:endParaRPr>
          </a:p>
        </p:txBody>
      </p:sp>
    </p:spTree>
    <p:extLst>
      <p:ext uri="{BB962C8B-B14F-4D97-AF65-F5344CB8AC3E}">
        <p14:creationId xmlns:p14="http://schemas.microsoft.com/office/powerpoint/2010/main" val="2202967167"/>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519"/>
          <p:cNvSpPr txBox="1">
            <a:spLocks/>
          </p:cNvSpPr>
          <p:nvPr/>
        </p:nvSpPr>
        <p:spPr bwMode="white">
          <a:xfrm>
            <a:off x="1143000" y="381000"/>
            <a:ext cx="6705600" cy="563563"/>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pPr>
              <a:lnSpc>
                <a:spcPct val="90000"/>
              </a:lnSpc>
              <a:spcAft>
                <a:spcPts val="600"/>
              </a:spcAft>
            </a:pPr>
            <a:r>
              <a:rPr lang="en-US" b="1" kern="0">
                <a:latin typeface="+mj-lt"/>
                <a:ea typeface="+mj-ea"/>
                <a:cs typeface="+mj-cs"/>
              </a:rPr>
              <a:t>Bài tập</a:t>
            </a:r>
          </a:p>
        </p:txBody>
      </p:sp>
      <p:sp>
        <p:nvSpPr>
          <p:cNvPr id="6" name="Shape 1336"/>
          <p:cNvSpPr>
            <a:spLocks noGrp="1"/>
          </p:cNvSpPr>
          <p:nvPr>
            <p:ph sz="half" idx="1"/>
          </p:nvPr>
        </p:nvSpPr>
        <p:spPr>
          <a:xfrm>
            <a:off x="457200" y="1076325"/>
            <a:ext cx="4038600" cy="5248275"/>
          </a:xfrm>
          <a:extLst>
            <a:ext uri="{C572A759-6A51-4108-AA02-DFA0A04FC94B}">
              <ma14:wrappingTextBoxFlag xmlns="" xmlns:ma14="http://schemas.microsoft.com/office/mac/drawingml/2011/main" val="1"/>
            </a:ext>
          </a:extLst>
        </p:spPr>
        <p:txBody>
          <a:bodyPr vert="horz" wrap="square" lIns="91440" tIns="45720" rIns="91440" bIns="45720" numCol="1" anchor="t" anchorCtr="0" compatLnSpc="1">
            <a:prstTxWarp prst="textNoShape">
              <a:avLst/>
            </a:prstTxWarp>
            <a:normAutofit/>
          </a:bodyPr>
          <a:lstStyle/>
          <a:p>
            <a:pPr marL="0" indent="0" defTabSz="886968">
              <a:buNone/>
              <a:defRPr sz="2716"/>
            </a:pPr>
            <a:r>
              <a:rPr lang="en-US" sz="2716"/>
              <a:t>2. Xây dựng ứng dụng phát video sau</a:t>
            </a:r>
          </a:p>
        </p:txBody>
      </p:sp>
      <p:pic>
        <p:nvPicPr>
          <p:cNvPr id="5" name="Picture 4" descr="Graphical user interface, application&#10;&#10;Description automatically generated">
            <a:extLst>
              <a:ext uri="{FF2B5EF4-FFF2-40B4-BE49-F238E27FC236}">
                <a16:creationId xmlns:a16="http://schemas.microsoft.com/office/drawing/2014/main" id="{7316A292-0F99-4EAC-8D1F-21BC1B290F7E}"/>
              </a:ext>
            </a:extLst>
          </p:cNvPr>
          <p:cNvPicPr>
            <a:picLocks noChangeAspect="1"/>
          </p:cNvPicPr>
          <p:nvPr/>
        </p:nvPicPr>
        <p:blipFill rotWithShape="1">
          <a:blip r:embed="rId2">
            <a:extLst>
              <a:ext uri="{28A0092B-C50C-407E-A947-70E740481C1C}">
                <a14:useLocalDpi xmlns:a14="http://schemas.microsoft.com/office/drawing/2010/main" val="0"/>
              </a:ext>
            </a:extLst>
          </a:blip>
          <a:srcRect r="2" b="20731"/>
          <a:stretch/>
        </p:blipFill>
        <p:spPr>
          <a:xfrm>
            <a:off x="4648200" y="1076325"/>
            <a:ext cx="4038600" cy="5248275"/>
          </a:xfrm>
          <a:prstGeom prst="rect">
            <a:avLst/>
          </a:prstGeom>
          <a:noFill/>
        </p:spPr>
      </p:pic>
      <p:sp>
        <p:nvSpPr>
          <p:cNvPr id="12" name="Date Placeholder 4">
            <a:extLst>
              <a:ext uri="{FF2B5EF4-FFF2-40B4-BE49-F238E27FC236}">
                <a16:creationId xmlns:a16="http://schemas.microsoft.com/office/drawing/2014/main" id="{9EFACEDC-B0A3-949C-F6FE-1093B212EB97}"/>
              </a:ext>
            </a:extLst>
          </p:cNvPr>
          <p:cNvSpPr>
            <a:spLocks noGrp="1"/>
          </p:cNvSpPr>
          <p:nvPr>
            <p:ph type="dt" sz="half" idx="10"/>
          </p:nvPr>
        </p:nvSpPr>
        <p:spPr>
          <a:xfrm>
            <a:off x="457200" y="6519863"/>
            <a:ext cx="2133600" cy="244475"/>
          </a:xfrm>
        </p:spPr>
        <p:txBody>
          <a:bodyPr vert="horz" wrap="square" lIns="91440" tIns="45720" rIns="91440" bIns="45720" numCol="1" anchor="t" anchorCtr="0" compatLnSpc="1">
            <a:prstTxWarp prst="textNoShape">
              <a:avLst/>
            </a:prstTxWarp>
            <a:normAutofit/>
          </a:bodyPr>
          <a:lstStyle/>
          <a:p>
            <a:pPr>
              <a:lnSpc>
                <a:spcPct val="90000"/>
              </a:lnSpc>
              <a:spcAft>
                <a:spcPts val="600"/>
              </a:spcAft>
              <a:defRPr/>
            </a:pPr>
            <a:r>
              <a:rPr lang="en-US" sz="1100" kern="1200">
                <a:latin typeface="Arial" charset="0"/>
                <a:ea typeface="+mn-ea"/>
                <a:cs typeface="+mn-cs"/>
              </a:rPr>
              <a:t>Khoa CNTT - UNETI</a:t>
            </a:r>
          </a:p>
        </p:txBody>
      </p:sp>
      <p:sp>
        <p:nvSpPr>
          <p:cNvPr id="2" name="Slide Number Placeholder 1"/>
          <p:cNvSpPr>
            <a:spLocks noGrp="1"/>
          </p:cNvSpPr>
          <p:nvPr>
            <p:ph type="sldNum" sz="quarter" idx="12"/>
          </p:nvPr>
        </p:nvSpPr>
        <p:spPr>
          <a:xfrm>
            <a:off x="8286750" y="6386513"/>
            <a:ext cx="457200" cy="228600"/>
          </a:xfrm>
        </p:spPr>
        <p:txBody>
          <a:bodyPr vert="horz" wrap="square" lIns="91440" tIns="45720" rIns="91440" bIns="45720" numCol="1" anchor="t" anchorCtr="0" compatLnSpc="1">
            <a:prstTxWarp prst="textNoShape">
              <a:avLst/>
            </a:prstTxWarp>
            <a:normAutofit/>
          </a:bodyPr>
          <a:lstStyle/>
          <a:p>
            <a:pPr>
              <a:lnSpc>
                <a:spcPct val="90000"/>
              </a:lnSpc>
              <a:spcAft>
                <a:spcPts val="600"/>
              </a:spcAft>
              <a:defRPr/>
            </a:pPr>
            <a:fld id="{86CB4B4D-7CA3-9044-876B-883B54F8677D}" type="slidenum">
              <a:rPr lang="en-US" kern="1200">
                <a:latin typeface="+mn-lt"/>
                <a:ea typeface="+mn-ea"/>
                <a:cs typeface="+mn-cs"/>
              </a:rPr>
              <a:pPr>
                <a:lnSpc>
                  <a:spcPct val="90000"/>
                </a:lnSpc>
                <a:spcAft>
                  <a:spcPts val="600"/>
                </a:spcAft>
                <a:defRPr/>
              </a:pPr>
              <a:t>33</a:t>
            </a:fld>
            <a:endParaRPr lang="en-US" kern="1200">
              <a:latin typeface="+mn-lt"/>
              <a:ea typeface="+mn-ea"/>
              <a:cs typeface="+mn-cs"/>
            </a:endParaRPr>
          </a:p>
        </p:txBody>
      </p:sp>
    </p:spTree>
    <p:extLst>
      <p:ext uri="{BB962C8B-B14F-4D97-AF65-F5344CB8AC3E}">
        <p14:creationId xmlns:p14="http://schemas.microsoft.com/office/powerpoint/2010/main" val="3295381003"/>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519"/>
          <p:cNvSpPr txBox="1">
            <a:spLocks/>
          </p:cNvSpPr>
          <p:nvPr/>
        </p:nvSpPr>
        <p:spPr bwMode="white">
          <a:xfrm>
            <a:off x="1143000" y="381000"/>
            <a:ext cx="6705600" cy="563563"/>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pPr>
              <a:lnSpc>
                <a:spcPct val="90000"/>
              </a:lnSpc>
              <a:spcAft>
                <a:spcPts val="600"/>
              </a:spcAft>
            </a:pPr>
            <a:r>
              <a:rPr lang="en-US" b="1" kern="0">
                <a:latin typeface="+mj-lt"/>
                <a:ea typeface="+mj-ea"/>
                <a:cs typeface="+mj-cs"/>
              </a:rPr>
              <a:t>Bài tập</a:t>
            </a:r>
          </a:p>
        </p:txBody>
      </p:sp>
      <p:sp>
        <p:nvSpPr>
          <p:cNvPr id="6" name="Shape 1336"/>
          <p:cNvSpPr>
            <a:spLocks noGrp="1"/>
          </p:cNvSpPr>
          <p:nvPr>
            <p:ph sz="half" idx="1"/>
          </p:nvPr>
        </p:nvSpPr>
        <p:spPr>
          <a:xfrm>
            <a:off x="457200" y="1076325"/>
            <a:ext cx="4038600" cy="5248275"/>
          </a:xfrm>
          <a:extLst>
            <a:ext uri="{C572A759-6A51-4108-AA02-DFA0A04FC94B}">
              <ma14:wrappingTextBoxFlag xmlns:ma14="http://schemas.microsoft.com/office/mac/drawingml/2011/main" xmlns="" val="1"/>
            </a:ext>
          </a:extLst>
        </p:spPr>
        <p:txBody>
          <a:bodyPr vert="horz" wrap="square" lIns="91440" tIns="45720" rIns="91440" bIns="45720" numCol="1" anchor="t" anchorCtr="0" compatLnSpc="1">
            <a:prstTxWarp prst="textNoShape">
              <a:avLst/>
            </a:prstTxWarp>
            <a:normAutofit/>
          </a:bodyPr>
          <a:lstStyle/>
          <a:p>
            <a:pPr marL="0" indent="0" defTabSz="886968">
              <a:buNone/>
              <a:defRPr sz="2716"/>
            </a:pPr>
            <a:r>
              <a:rPr lang="en-US" sz="2716"/>
              <a:t>3. Xây dựng ứng dụng như sau. Chọn animation thì ImageView sẽ được áp dụng animation tương ứng</a:t>
            </a:r>
          </a:p>
        </p:txBody>
      </p:sp>
      <p:pic>
        <p:nvPicPr>
          <p:cNvPr id="4" name="Picture 3" descr="Graphical user interface, application&#10;&#10;Description automatically generated">
            <a:extLst>
              <a:ext uri="{FF2B5EF4-FFF2-40B4-BE49-F238E27FC236}">
                <a16:creationId xmlns:a16="http://schemas.microsoft.com/office/drawing/2014/main" id="{6B2A29C0-2466-4E78-9362-1B55C483E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2289" y="1076325"/>
            <a:ext cx="3790421" cy="5248275"/>
          </a:xfrm>
          <a:prstGeom prst="rect">
            <a:avLst/>
          </a:prstGeom>
          <a:noFill/>
        </p:spPr>
      </p:pic>
      <p:sp>
        <p:nvSpPr>
          <p:cNvPr id="12" name="Date Placeholder 4">
            <a:extLst>
              <a:ext uri="{FF2B5EF4-FFF2-40B4-BE49-F238E27FC236}">
                <a16:creationId xmlns:a16="http://schemas.microsoft.com/office/drawing/2014/main" id="{9EFACEDC-B0A3-949C-F6FE-1093B212EB97}"/>
              </a:ext>
            </a:extLst>
          </p:cNvPr>
          <p:cNvSpPr>
            <a:spLocks noGrp="1"/>
          </p:cNvSpPr>
          <p:nvPr>
            <p:ph type="dt" sz="half" idx="10"/>
          </p:nvPr>
        </p:nvSpPr>
        <p:spPr>
          <a:xfrm>
            <a:off x="457200" y="6519863"/>
            <a:ext cx="2133600" cy="244475"/>
          </a:xfrm>
        </p:spPr>
        <p:txBody>
          <a:bodyPr vert="horz" wrap="square" lIns="91440" tIns="45720" rIns="91440" bIns="45720" numCol="1" anchor="t" anchorCtr="0" compatLnSpc="1">
            <a:prstTxWarp prst="textNoShape">
              <a:avLst/>
            </a:prstTxWarp>
            <a:normAutofit/>
          </a:bodyPr>
          <a:lstStyle/>
          <a:p>
            <a:pPr>
              <a:lnSpc>
                <a:spcPct val="90000"/>
              </a:lnSpc>
              <a:spcAft>
                <a:spcPts val="600"/>
              </a:spcAft>
              <a:defRPr/>
            </a:pPr>
            <a:r>
              <a:rPr lang="en-US" sz="1100" kern="1200">
                <a:latin typeface="Arial" charset="0"/>
                <a:ea typeface="+mn-ea"/>
                <a:cs typeface="+mn-cs"/>
              </a:rPr>
              <a:t>Khoa CNTT - UNETI</a:t>
            </a:r>
          </a:p>
        </p:txBody>
      </p:sp>
      <p:sp>
        <p:nvSpPr>
          <p:cNvPr id="2" name="Slide Number Placeholder 1"/>
          <p:cNvSpPr>
            <a:spLocks noGrp="1"/>
          </p:cNvSpPr>
          <p:nvPr>
            <p:ph type="sldNum" sz="quarter" idx="12"/>
          </p:nvPr>
        </p:nvSpPr>
        <p:spPr>
          <a:xfrm>
            <a:off x="8286750" y="6386513"/>
            <a:ext cx="457200" cy="228600"/>
          </a:xfrm>
        </p:spPr>
        <p:txBody>
          <a:bodyPr vert="horz" wrap="square" lIns="91440" tIns="45720" rIns="91440" bIns="45720" numCol="1" anchor="t" anchorCtr="0" compatLnSpc="1">
            <a:prstTxWarp prst="textNoShape">
              <a:avLst/>
            </a:prstTxWarp>
            <a:normAutofit/>
          </a:bodyPr>
          <a:lstStyle/>
          <a:p>
            <a:pPr>
              <a:lnSpc>
                <a:spcPct val="90000"/>
              </a:lnSpc>
              <a:spcAft>
                <a:spcPts val="600"/>
              </a:spcAft>
              <a:defRPr/>
            </a:pPr>
            <a:fld id="{86CB4B4D-7CA3-9044-876B-883B54F8677D}" type="slidenum">
              <a:rPr lang="en-US" kern="1200">
                <a:latin typeface="+mn-lt"/>
                <a:ea typeface="+mn-ea"/>
                <a:cs typeface="+mn-cs"/>
              </a:rPr>
              <a:pPr>
                <a:lnSpc>
                  <a:spcPct val="90000"/>
                </a:lnSpc>
                <a:spcAft>
                  <a:spcPts val="600"/>
                </a:spcAft>
                <a:defRPr/>
              </a:pPr>
              <a:t>34</a:t>
            </a:fld>
            <a:endParaRPr lang="en-US" kern="1200">
              <a:latin typeface="+mn-lt"/>
              <a:ea typeface="+mn-ea"/>
              <a:cs typeface="+mn-cs"/>
            </a:endParaRPr>
          </a:p>
        </p:txBody>
      </p:sp>
    </p:spTree>
    <p:extLst>
      <p:ext uri="{BB962C8B-B14F-4D97-AF65-F5344CB8AC3E}">
        <p14:creationId xmlns:p14="http://schemas.microsoft.com/office/powerpoint/2010/main" val="232422901"/>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INKNOELEADERBOARD" val="659384857"/>
</p:tagLst>
</file>

<file path=ppt/theme/theme1.xml><?xml version="1.0" encoding="utf-8"?>
<a:theme xmlns:a="http://schemas.openxmlformats.org/drawingml/2006/main" name="cdb2004146l">
  <a:themeElements>
    <a:clrScheme name="cdb2004146l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cdb2004146l">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68415" tIns="34208" rIns="68415" bIns="34208" numCol="1" anchor="t" anchorCtr="0" compatLnSpc="1">
        <a:prstTxWarp prst="textNoShape">
          <a:avLst/>
        </a:prstTxWarp>
        <a:spAutoFit/>
      </a:bodyPr>
      <a:lstStyle>
        <a:defPPr marL="0" marR="0" indent="0" algn="ctr" defTabSz="684213"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68415" tIns="34208" rIns="68415" bIns="34208" numCol="1" anchor="t" anchorCtr="0" compatLnSpc="1">
        <a:prstTxWarp prst="textNoShape">
          <a:avLst/>
        </a:prstTxWarp>
        <a:spAutoFit/>
      </a:bodyPr>
      <a:lstStyle>
        <a:defPPr marL="0" marR="0" indent="0" algn="ctr" defTabSz="684213"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lnDef>
  </a:objectDefaults>
  <a:extraClrSchemeLst>
    <a:extraClrScheme>
      <a:clrScheme name="cdb2004146l 1">
        <a:dk1>
          <a:srgbClr val="48806B"/>
        </a:dk1>
        <a:lt1>
          <a:srgbClr val="FFFFFF"/>
        </a:lt1>
        <a:dk2>
          <a:srgbClr val="77956D"/>
        </a:dk2>
        <a:lt2>
          <a:srgbClr val="C0C0C0"/>
        </a:lt2>
        <a:accent1>
          <a:srgbClr val="6BB9C3"/>
        </a:accent1>
        <a:accent2>
          <a:srgbClr val="E7BA15"/>
        </a:accent2>
        <a:accent3>
          <a:srgbClr val="FFFFFF"/>
        </a:accent3>
        <a:accent4>
          <a:srgbClr val="3C6C5A"/>
        </a:accent4>
        <a:accent5>
          <a:srgbClr val="BAD9DE"/>
        </a:accent5>
        <a:accent6>
          <a:srgbClr val="D1A812"/>
        </a:accent6>
        <a:hlink>
          <a:srgbClr val="76C14D"/>
        </a:hlink>
        <a:folHlink>
          <a:srgbClr val="B0C29C"/>
        </a:folHlink>
      </a:clrScheme>
      <a:clrMap bg1="lt1" tx1="dk1" bg2="lt2" tx2="dk2" accent1="accent1" accent2="accent2" accent3="accent3" accent4="accent4" accent5="accent5" accent6="accent6" hlink="hlink" folHlink="folHlink"/>
    </a:extraClrScheme>
    <a:extraClrScheme>
      <a:clrScheme name="cdb2004146l 2">
        <a:dk1>
          <a:srgbClr val="5F5F5F"/>
        </a:dk1>
        <a:lt1>
          <a:srgbClr val="FFFFFF"/>
        </a:lt1>
        <a:dk2>
          <a:srgbClr val="8D8D8D"/>
        </a:dk2>
        <a:lt2>
          <a:srgbClr val="C0C0C0"/>
        </a:lt2>
        <a:accent1>
          <a:srgbClr val="8EC072"/>
        </a:accent1>
        <a:accent2>
          <a:srgbClr val="5DB8CD"/>
        </a:accent2>
        <a:accent3>
          <a:srgbClr val="FFFFFF"/>
        </a:accent3>
        <a:accent4>
          <a:srgbClr val="505050"/>
        </a:accent4>
        <a:accent5>
          <a:srgbClr val="C6DCBC"/>
        </a:accent5>
        <a:accent6>
          <a:srgbClr val="53A6BA"/>
        </a:accent6>
        <a:hlink>
          <a:srgbClr val="D68B40"/>
        </a:hlink>
        <a:folHlink>
          <a:srgbClr val="D5D179"/>
        </a:folHlink>
      </a:clrScheme>
      <a:clrMap bg1="lt1" tx1="dk1" bg2="lt2" tx2="dk2" accent1="accent1" accent2="accent2" accent3="accent3" accent4="accent4" accent5="accent5" accent6="accent6" hlink="hlink" folHlink="folHlink"/>
    </a:extraClrScheme>
    <a:extraClrScheme>
      <a:clrScheme name="cdb2004146l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cdb2004146l</Template>
  <TotalTime>25039</TotalTime>
  <Words>1529</Words>
  <Application>Microsoft Office PowerPoint</Application>
  <PresentationFormat>On-screen Show (4:3)</PresentationFormat>
  <Paragraphs>175</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.VnArial Narrow</vt:lpstr>
      <vt:lpstr>Arial</vt:lpstr>
      <vt:lpstr>Tahoma</vt:lpstr>
      <vt:lpstr>Times New Roman</vt:lpstr>
      <vt:lpstr>Verdana</vt:lpstr>
      <vt:lpstr>Wingdings</vt:lpstr>
      <vt:lpstr>cdb2004146l</vt:lpstr>
      <vt:lpstr>PowerPoint Presentation</vt:lpstr>
      <vt:lpstr>Chương 6 – Multimedia trong Android</vt:lpstr>
      <vt:lpstr>PowerPoint Presentation</vt:lpstr>
      <vt:lpstr>1.1 MEDIA API</vt:lpstr>
      <vt:lpstr>1.1 MEDIA API</vt:lpstr>
      <vt:lpstr>1.1.1 MEDIA STORE</vt:lpstr>
      <vt:lpstr>1.1.1 MEDIA STORE</vt:lpstr>
      <vt:lpstr>1.1.2 MEDIAPLAYER &amp; MEDIARECORDER</vt:lpstr>
      <vt:lpstr>PowerPoint Presentation</vt:lpstr>
      <vt:lpstr>1.2.1 MEDIAPLAYER</vt:lpstr>
      <vt:lpstr>1.2.1 MEDIAPLAYER</vt:lpstr>
      <vt:lpstr>1.2.1 MEDIAPLAYER</vt:lpstr>
      <vt:lpstr>1.2.1 MEDIAPLAYER</vt:lpstr>
      <vt:lpstr>1.2.2 CHƠI AUDIO TỪ RESOURCE</vt:lpstr>
      <vt:lpstr>1.2.2 CHƠI AUDIO TỪ RESOURCE</vt:lpstr>
      <vt:lpstr>1.2.2 CHƠI AUDIO TỪ RESOURCE</vt:lpstr>
      <vt:lpstr>1.2.2 CHƠI AUDIO TỪ RESOURCE</vt:lpstr>
      <vt:lpstr>1.2.3 CHƠI AUDIO TỪ FILE/STREAM</vt:lpstr>
      <vt:lpstr>1.2.4 MỘT SỐ CHÚ Ý KHI PLAYBACK</vt:lpstr>
      <vt:lpstr>1.2.4 MỘT SỐ CHÚ Ý KHI PLAYBACK</vt:lpstr>
      <vt:lpstr>PowerPoint Presentation</vt:lpstr>
      <vt:lpstr>1.3 LÀM VIỆC VỚI VIDEO</vt:lpstr>
      <vt:lpstr>1.3.1 VIDEOVIEW + MEDIACONTROLLER</vt:lpstr>
      <vt:lpstr>1.3.1 VIDEOVIEW + MEDIACONTROLLER</vt:lpstr>
      <vt:lpstr>1.3.1 VIDEOVIEW + MEDIACONTROLLER</vt:lpstr>
      <vt:lpstr>1.3.1 VIDEOVIEW + MEDIACONTROLLER</vt:lpstr>
      <vt:lpstr>1.3.2 MEDIAPLAYER + SURFACEVIEW</vt:lpstr>
      <vt:lpstr>1.3.2 MEDIAPLAYER + SURFACEVIEW</vt:lpstr>
      <vt:lpstr>1.3.2 MEDIAPLAYER + SURFACEVIEW</vt:lpstr>
      <vt:lpstr>PowerPoint Presentation</vt:lpstr>
      <vt:lpstr>PowerPoint Presentation</vt:lpstr>
      <vt:lpstr>PowerPoint Presentation</vt:lpstr>
      <vt:lpstr>PowerPoint Presentation</vt:lpstr>
      <vt:lpstr>PowerPoint Presentation</vt:lpstr>
    </vt:vector>
  </TitlesOfParts>
  <Company>WORKGROUP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tài: VPN</dc:title>
  <dc:creator>LATDAT</dc:creator>
  <cp:lastModifiedBy>Admin</cp:lastModifiedBy>
  <cp:revision>1425</cp:revision>
  <dcterms:created xsi:type="dcterms:W3CDTF">2011-02-25T01:16:23Z</dcterms:created>
  <dcterms:modified xsi:type="dcterms:W3CDTF">2023-07-11T07:59:46Z</dcterms:modified>
</cp:coreProperties>
</file>